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235"/>
    <p:restoredTop sz="94640"/>
  </p:normalViewPr>
  <p:slideViewPr>
    <p:cSldViewPr snapToGrid="0">
      <p:cViewPr varScale="1">
        <p:scale>
          <a:sx n="78" d="100"/>
          <a:sy n="78" d="100"/>
        </p:scale>
        <p:origin x="168" y="2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D18435-3B14-46A6-B147-5ACAF1050FB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F60BDED-766C-487B-898E-BC67F27C3ECF}">
      <dgm:prSet/>
      <dgm:spPr/>
      <dgm:t>
        <a:bodyPr/>
        <a:lstStyle/>
        <a:p>
          <a:r>
            <a:rPr lang="en-US"/>
            <a:t>Finalize team rosters for all 27 projects</a:t>
          </a:r>
        </a:p>
      </dgm:t>
    </dgm:pt>
    <dgm:pt modelId="{D9AF71AD-C6D2-48B8-8421-1354F2126124}" type="parTrans" cxnId="{8DF36A5D-455C-41BD-8B0E-0A27D156DEDF}">
      <dgm:prSet/>
      <dgm:spPr/>
      <dgm:t>
        <a:bodyPr/>
        <a:lstStyle/>
        <a:p>
          <a:endParaRPr lang="en-US"/>
        </a:p>
      </dgm:t>
    </dgm:pt>
    <dgm:pt modelId="{7AEE3AE0-1FC6-4273-9692-D9692BECB7DC}" type="sibTrans" cxnId="{8DF36A5D-455C-41BD-8B0E-0A27D156DED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F8713C3-F6B8-4A26-AF9F-10845A61EA21}">
      <dgm:prSet/>
      <dgm:spPr/>
      <dgm:t>
        <a:bodyPr/>
        <a:lstStyle/>
        <a:p>
          <a:r>
            <a:rPr lang="en-US"/>
            <a:t>Ensure all 54 available Capstone students are placed</a:t>
          </a:r>
        </a:p>
      </dgm:t>
    </dgm:pt>
    <dgm:pt modelId="{E67B26A1-82E5-473A-B504-BD913737BA54}" type="parTrans" cxnId="{E73916AC-E67F-49FE-BE04-3C31533420D3}">
      <dgm:prSet/>
      <dgm:spPr/>
      <dgm:t>
        <a:bodyPr/>
        <a:lstStyle/>
        <a:p>
          <a:endParaRPr lang="en-US"/>
        </a:p>
      </dgm:t>
    </dgm:pt>
    <dgm:pt modelId="{DB723CAC-999B-409E-8829-CC03D9B2D749}" type="sibTrans" cxnId="{E73916AC-E67F-49FE-BE04-3C31533420D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697405E-6BCF-40A5-BA6E-936076625825}">
      <dgm:prSet/>
      <dgm:spPr/>
      <dgm:t>
        <a:bodyPr/>
        <a:lstStyle/>
        <a:p>
          <a:r>
            <a:rPr lang="en-US"/>
            <a:t>Identify community-first vs. staffed projects</a:t>
          </a:r>
        </a:p>
      </dgm:t>
    </dgm:pt>
    <dgm:pt modelId="{CB402A98-9DD7-44CE-B3DD-20A41D486DFE}" type="parTrans" cxnId="{654D9208-0569-459F-BEE0-DF82A94679A1}">
      <dgm:prSet/>
      <dgm:spPr/>
      <dgm:t>
        <a:bodyPr/>
        <a:lstStyle/>
        <a:p>
          <a:endParaRPr lang="en-US"/>
        </a:p>
      </dgm:t>
    </dgm:pt>
    <dgm:pt modelId="{AD3265EC-00F6-4569-88DF-1757D760C646}" type="sibTrans" cxnId="{654D9208-0569-459F-BEE0-DF82A94679A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CC7ED47-E3BF-48F8-9496-053244478F49}">
      <dgm:prSet/>
      <dgm:spPr/>
      <dgm:t>
        <a:bodyPr/>
        <a:lstStyle/>
        <a:p>
          <a:r>
            <a:rPr lang="en-US"/>
            <a:t>Complete in 30 minutes</a:t>
          </a:r>
        </a:p>
      </dgm:t>
    </dgm:pt>
    <dgm:pt modelId="{6FFE23AD-2DAA-42D7-8F17-89F77795DC87}" type="parTrans" cxnId="{52AF2D11-CEF7-49CB-918C-CB4CA88D8D9C}">
      <dgm:prSet/>
      <dgm:spPr/>
      <dgm:t>
        <a:bodyPr/>
        <a:lstStyle/>
        <a:p>
          <a:endParaRPr lang="en-US"/>
        </a:p>
      </dgm:t>
    </dgm:pt>
    <dgm:pt modelId="{927575A0-9702-45A5-BFB6-F492BD8726A8}" type="sibTrans" cxnId="{52AF2D11-CEF7-49CB-918C-CB4CA88D8D9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0DA5BF99-A7C2-3245-91B7-833E5AF206C0}" type="pres">
      <dgm:prSet presAssocID="{D5D18435-3B14-46A6-B147-5ACAF1050FBA}" presName="Name0" presStyleCnt="0">
        <dgm:presLayoutVars>
          <dgm:animLvl val="lvl"/>
          <dgm:resizeHandles val="exact"/>
        </dgm:presLayoutVars>
      </dgm:prSet>
      <dgm:spPr/>
    </dgm:pt>
    <dgm:pt modelId="{235282E6-B670-ED45-97D4-BDEC42153E17}" type="pres">
      <dgm:prSet presAssocID="{EF60BDED-766C-487B-898E-BC67F27C3ECF}" presName="compositeNode" presStyleCnt="0">
        <dgm:presLayoutVars>
          <dgm:bulletEnabled val="1"/>
        </dgm:presLayoutVars>
      </dgm:prSet>
      <dgm:spPr/>
    </dgm:pt>
    <dgm:pt modelId="{FD960726-3A9C-4745-8341-37A5653E3A80}" type="pres">
      <dgm:prSet presAssocID="{EF60BDED-766C-487B-898E-BC67F27C3ECF}" presName="bgRect" presStyleLbl="bgAccFollowNode1" presStyleIdx="0" presStyleCnt="4"/>
      <dgm:spPr/>
    </dgm:pt>
    <dgm:pt modelId="{D09BB473-B02A-F84E-816F-601698996FAE}" type="pres">
      <dgm:prSet presAssocID="{7AEE3AE0-1FC6-4273-9692-D9692BECB7DC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CE771587-7A04-1B4D-BFCD-D1069BC335A6}" type="pres">
      <dgm:prSet presAssocID="{EF60BDED-766C-487B-898E-BC67F27C3ECF}" presName="bottomLine" presStyleLbl="alignNode1" presStyleIdx="1" presStyleCnt="8">
        <dgm:presLayoutVars/>
      </dgm:prSet>
      <dgm:spPr/>
    </dgm:pt>
    <dgm:pt modelId="{70D34447-A236-B843-939B-4212CF78664C}" type="pres">
      <dgm:prSet presAssocID="{EF60BDED-766C-487B-898E-BC67F27C3ECF}" presName="nodeText" presStyleLbl="bgAccFollowNode1" presStyleIdx="0" presStyleCnt="4">
        <dgm:presLayoutVars>
          <dgm:bulletEnabled val="1"/>
        </dgm:presLayoutVars>
      </dgm:prSet>
      <dgm:spPr/>
    </dgm:pt>
    <dgm:pt modelId="{81C04E65-9F91-F142-ACA0-94B34D2DE279}" type="pres">
      <dgm:prSet presAssocID="{7AEE3AE0-1FC6-4273-9692-D9692BECB7DC}" presName="sibTrans" presStyleCnt="0"/>
      <dgm:spPr/>
    </dgm:pt>
    <dgm:pt modelId="{2D31F5A6-06E8-7948-BA15-3C3902A0087C}" type="pres">
      <dgm:prSet presAssocID="{AF8713C3-F6B8-4A26-AF9F-10845A61EA21}" presName="compositeNode" presStyleCnt="0">
        <dgm:presLayoutVars>
          <dgm:bulletEnabled val="1"/>
        </dgm:presLayoutVars>
      </dgm:prSet>
      <dgm:spPr/>
    </dgm:pt>
    <dgm:pt modelId="{9AEEF574-479B-A442-BE61-A8B8C5C899AA}" type="pres">
      <dgm:prSet presAssocID="{AF8713C3-F6B8-4A26-AF9F-10845A61EA21}" presName="bgRect" presStyleLbl="bgAccFollowNode1" presStyleIdx="1" presStyleCnt="4"/>
      <dgm:spPr/>
    </dgm:pt>
    <dgm:pt modelId="{A1CA6B70-0B81-6A4A-B75A-FE3E29AD64BB}" type="pres">
      <dgm:prSet presAssocID="{DB723CAC-999B-409E-8829-CC03D9B2D749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FFC0CB54-FB23-C644-B1D9-FE4A17ACCF29}" type="pres">
      <dgm:prSet presAssocID="{AF8713C3-F6B8-4A26-AF9F-10845A61EA21}" presName="bottomLine" presStyleLbl="alignNode1" presStyleIdx="3" presStyleCnt="8">
        <dgm:presLayoutVars/>
      </dgm:prSet>
      <dgm:spPr/>
    </dgm:pt>
    <dgm:pt modelId="{6CFBE422-1CB6-3B4A-8F2D-9662B385204C}" type="pres">
      <dgm:prSet presAssocID="{AF8713C3-F6B8-4A26-AF9F-10845A61EA21}" presName="nodeText" presStyleLbl="bgAccFollowNode1" presStyleIdx="1" presStyleCnt="4">
        <dgm:presLayoutVars>
          <dgm:bulletEnabled val="1"/>
        </dgm:presLayoutVars>
      </dgm:prSet>
      <dgm:spPr/>
    </dgm:pt>
    <dgm:pt modelId="{CB729961-640B-4D4E-9FD4-AF1301FE9707}" type="pres">
      <dgm:prSet presAssocID="{DB723CAC-999B-409E-8829-CC03D9B2D749}" presName="sibTrans" presStyleCnt="0"/>
      <dgm:spPr/>
    </dgm:pt>
    <dgm:pt modelId="{7FA65C81-8A5B-1F4F-B85C-ADDB4C33C15B}" type="pres">
      <dgm:prSet presAssocID="{6697405E-6BCF-40A5-BA6E-936076625825}" presName="compositeNode" presStyleCnt="0">
        <dgm:presLayoutVars>
          <dgm:bulletEnabled val="1"/>
        </dgm:presLayoutVars>
      </dgm:prSet>
      <dgm:spPr/>
    </dgm:pt>
    <dgm:pt modelId="{55772A90-E6FC-324F-A50E-8091A2C654BD}" type="pres">
      <dgm:prSet presAssocID="{6697405E-6BCF-40A5-BA6E-936076625825}" presName="bgRect" presStyleLbl="bgAccFollowNode1" presStyleIdx="2" presStyleCnt="4"/>
      <dgm:spPr/>
    </dgm:pt>
    <dgm:pt modelId="{50999EDF-E59C-5D40-9717-9978312E50FC}" type="pres">
      <dgm:prSet presAssocID="{AD3265EC-00F6-4569-88DF-1757D760C646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597C3A6-2F8A-F542-97DD-333DA27278B3}" type="pres">
      <dgm:prSet presAssocID="{6697405E-6BCF-40A5-BA6E-936076625825}" presName="bottomLine" presStyleLbl="alignNode1" presStyleIdx="5" presStyleCnt="8">
        <dgm:presLayoutVars/>
      </dgm:prSet>
      <dgm:spPr/>
    </dgm:pt>
    <dgm:pt modelId="{B1770892-BCD3-BE46-949A-4B04FF05BD3A}" type="pres">
      <dgm:prSet presAssocID="{6697405E-6BCF-40A5-BA6E-936076625825}" presName="nodeText" presStyleLbl="bgAccFollowNode1" presStyleIdx="2" presStyleCnt="4">
        <dgm:presLayoutVars>
          <dgm:bulletEnabled val="1"/>
        </dgm:presLayoutVars>
      </dgm:prSet>
      <dgm:spPr/>
    </dgm:pt>
    <dgm:pt modelId="{FE081887-1C18-D34B-8E03-5C9CDFB9CE42}" type="pres">
      <dgm:prSet presAssocID="{AD3265EC-00F6-4569-88DF-1757D760C646}" presName="sibTrans" presStyleCnt="0"/>
      <dgm:spPr/>
    </dgm:pt>
    <dgm:pt modelId="{5DE8BD26-9F12-FE47-8F1C-C62DE0AABAA3}" type="pres">
      <dgm:prSet presAssocID="{DCC7ED47-E3BF-48F8-9496-053244478F49}" presName="compositeNode" presStyleCnt="0">
        <dgm:presLayoutVars>
          <dgm:bulletEnabled val="1"/>
        </dgm:presLayoutVars>
      </dgm:prSet>
      <dgm:spPr/>
    </dgm:pt>
    <dgm:pt modelId="{C248223B-7F51-8C43-9427-EDCD882AA91C}" type="pres">
      <dgm:prSet presAssocID="{DCC7ED47-E3BF-48F8-9496-053244478F49}" presName="bgRect" presStyleLbl="bgAccFollowNode1" presStyleIdx="3" presStyleCnt="4"/>
      <dgm:spPr/>
    </dgm:pt>
    <dgm:pt modelId="{92D4B1C1-D244-3844-A706-DAF20D189965}" type="pres">
      <dgm:prSet presAssocID="{927575A0-9702-45A5-BFB6-F492BD8726A8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AED540D6-F7C4-E849-AEEA-2AE84FC62A86}" type="pres">
      <dgm:prSet presAssocID="{DCC7ED47-E3BF-48F8-9496-053244478F49}" presName="bottomLine" presStyleLbl="alignNode1" presStyleIdx="7" presStyleCnt="8">
        <dgm:presLayoutVars/>
      </dgm:prSet>
      <dgm:spPr/>
    </dgm:pt>
    <dgm:pt modelId="{6A292A83-11F9-E140-B368-629785267A61}" type="pres">
      <dgm:prSet presAssocID="{DCC7ED47-E3BF-48F8-9496-053244478F49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654D9208-0569-459F-BEE0-DF82A94679A1}" srcId="{D5D18435-3B14-46A6-B147-5ACAF1050FBA}" destId="{6697405E-6BCF-40A5-BA6E-936076625825}" srcOrd="2" destOrd="0" parTransId="{CB402A98-9DD7-44CE-B3DD-20A41D486DFE}" sibTransId="{AD3265EC-00F6-4569-88DF-1757D760C646}"/>
    <dgm:cxn modelId="{C4B3D30E-9E28-2D4E-B261-B25A7FC02E84}" type="presOf" srcId="{EF60BDED-766C-487B-898E-BC67F27C3ECF}" destId="{70D34447-A236-B843-939B-4212CF78664C}" srcOrd="1" destOrd="0" presId="urn:microsoft.com/office/officeart/2016/7/layout/BasicLinearProcessNumbered"/>
    <dgm:cxn modelId="{52AF2D11-CEF7-49CB-918C-CB4CA88D8D9C}" srcId="{D5D18435-3B14-46A6-B147-5ACAF1050FBA}" destId="{DCC7ED47-E3BF-48F8-9496-053244478F49}" srcOrd="3" destOrd="0" parTransId="{6FFE23AD-2DAA-42D7-8F17-89F77795DC87}" sibTransId="{927575A0-9702-45A5-BFB6-F492BD8726A8}"/>
    <dgm:cxn modelId="{19C1E114-0E96-3348-A670-14F3A5B66A9F}" type="presOf" srcId="{DCC7ED47-E3BF-48F8-9496-053244478F49}" destId="{6A292A83-11F9-E140-B368-629785267A61}" srcOrd="1" destOrd="0" presId="urn:microsoft.com/office/officeart/2016/7/layout/BasicLinearProcessNumbered"/>
    <dgm:cxn modelId="{DDE2A81B-AC9D-2D41-AFE6-ED6E1721A7A8}" type="presOf" srcId="{DB723CAC-999B-409E-8829-CC03D9B2D749}" destId="{A1CA6B70-0B81-6A4A-B75A-FE3E29AD64BB}" srcOrd="0" destOrd="0" presId="urn:microsoft.com/office/officeart/2016/7/layout/BasicLinearProcessNumbered"/>
    <dgm:cxn modelId="{287D441F-0436-4B4B-8FD2-832BCD03CE73}" type="presOf" srcId="{EF60BDED-766C-487B-898E-BC67F27C3ECF}" destId="{FD960726-3A9C-4745-8341-37A5653E3A80}" srcOrd="0" destOrd="0" presId="urn:microsoft.com/office/officeart/2016/7/layout/BasicLinearProcessNumbered"/>
    <dgm:cxn modelId="{A9EE0B24-CC29-0A4A-A269-7FB207A8B2E9}" type="presOf" srcId="{6697405E-6BCF-40A5-BA6E-936076625825}" destId="{55772A90-E6FC-324F-A50E-8091A2C654BD}" srcOrd="0" destOrd="0" presId="urn:microsoft.com/office/officeart/2016/7/layout/BasicLinearProcessNumbered"/>
    <dgm:cxn modelId="{1855A531-CA49-B94F-8313-9298F31E9DDF}" type="presOf" srcId="{D5D18435-3B14-46A6-B147-5ACAF1050FBA}" destId="{0DA5BF99-A7C2-3245-91B7-833E5AF206C0}" srcOrd="0" destOrd="0" presId="urn:microsoft.com/office/officeart/2016/7/layout/BasicLinearProcessNumbered"/>
    <dgm:cxn modelId="{8DF36A5D-455C-41BD-8B0E-0A27D156DEDF}" srcId="{D5D18435-3B14-46A6-B147-5ACAF1050FBA}" destId="{EF60BDED-766C-487B-898E-BC67F27C3ECF}" srcOrd="0" destOrd="0" parTransId="{D9AF71AD-C6D2-48B8-8421-1354F2126124}" sibTransId="{7AEE3AE0-1FC6-4273-9692-D9692BECB7DC}"/>
    <dgm:cxn modelId="{306B6965-964A-A542-AA93-29D3743B3029}" type="presOf" srcId="{927575A0-9702-45A5-BFB6-F492BD8726A8}" destId="{92D4B1C1-D244-3844-A706-DAF20D189965}" srcOrd="0" destOrd="0" presId="urn:microsoft.com/office/officeart/2016/7/layout/BasicLinearProcessNumbered"/>
    <dgm:cxn modelId="{2AD32066-8BC0-C84E-BA90-229F5BAD4E51}" type="presOf" srcId="{AD3265EC-00F6-4569-88DF-1757D760C646}" destId="{50999EDF-E59C-5D40-9717-9978312E50FC}" srcOrd="0" destOrd="0" presId="urn:microsoft.com/office/officeart/2016/7/layout/BasicLinearProcessNumbered"/>
    <dgm:cxn modelId="{91A0A28E-125D-4847-AA3B-460686AA1977}" type="presOf" srcId="{7AEE3AE0-1FC6-4273-9692-D9692BECB7DC}" destId="{D09BB473-B02A-F84E-816F-601698996FAE}" srcOrd="0" destOrd="0" presId="urn:microsoft.com/office/officeart/2016/7/layout/BasicLinearProcessNumbered"/>
    <dgm:cxn modelId="{E73916AC-E67F-49FE-BE04-3C31533420D3}" srcId="{D5D18435-3B14-46A6-B147-5ACAF1050FBA}" destId="{AF8713C3-F6B8-4A26-AF9F-10845A61EA21}" srcOrd="1" destOrd="0" parTransId="{E67B26A1-82E5-473A-B504-BD913737BA54}" sibTransId="{DB723CAC-999B-409E-8829-CC03D9B2D749}"/>
    <dgm:cxn modelId="{F158DBAC-B1B8-184F-8A0D-2EEE9CD37A4E}" type="presOf" srcId="{AF8713C3-F6B8-4A26-AF9F-10845A61EA21}" destId="{9AEEF574-479B-A442-BE61-A8B8C5C899AA}" srcOrd="0" destOrd="0" presId="urn:microsoft.com/office/officeart/2016/7/layout/BasicLinearProcessNumbered"/>
    <dgm:cxn modelId="{1BF473C0-5A71-9242-8DA4-1668F6C2ABC7}" type="presOf" srcId="{AF8713C3-F6B8-4A26-AF9F-10845A61EA21}" destId="{6CFBE422-1CB6-3B4A-8F2D-9662B385204C}" srcOrd="1" destOrd="0" presId="urn:microsoft.com/office/officeart/2016/7/layout/BasicLinearProcessNumbered"/>
    <dgm:cxn modelId="{2DC614C5-DEE0-A14E-A628-18C13B668378}" type="presOf" srcId="{DCC7ED47-E3BF-48F8-9496-053244478F49}" destId="{C248223B-7F51-8C43-9427-EDCD882AA91C}" srcOrd="0" destOrd="0" presId="urn:microsoft.com/office/officeart/2016/7/layout/BasicLinearProcessNumbered"/>
    <dgm:cxn modelId="{190E4AD9-2D9B-FB47-943E-AEA15F1A3150}" type="presOf" srcId="{6697405E-6BCF-40A5-BA6E-936076625825}" destId="{B1770892-BCD3-BE46-949A-4B04FF05BD3A}" srcOrd="1" destOrd="0" presId="urn:microsoft.com/office/officeart/2016/7/layout/BasicLinearProcessNumbered"/>
    <dgm:cxn modelId="{62B7F805-64BE-EE43-A36D-3D690BF33FE2}" type="presParOf" srcId="{0DA5BF99-A7C2-3245-91B7-833E5AF206C0}" destId="{235282E6-B670-ED45-97D4-BDEC42153E17}" srcOrd="0" destOrd="0" presId="urn:microsoft.com/office/officeart/2016/7/layout/BasicLinearProcessNumbered"/>
    <dgm:cxn modelId="{79148238-85ED-4942-AEBA-514D6A592043}" type="presParOf" srcId="{235282E6-B670-ED45-97D4-BDEC42153E17}" destId="{FD960726-3A9C-4745-8341-37A5653E3A80}" srcOrd="0" destOrd="0" presId="urn:microsoft.com/office/officeart/2016/7/layout/BasicLinearProcessNumbered"/>
    <dgm:cxn modelId="{670D1AE6-08F5-D240-906A-E92C704E344E}" type="presParOf" srcId="{235282E6-B670-ED45-97D4-BDEC42153E17}" destId="{D09BB473-B02A-F84E-816F-601698996FAE}" srcOrd="1" destOrd="0" presId="urn:microsoft.com/office/officeart/2016/7/layout/BasicLinearProcessNumbered"/>
    <dgm:cxn modelId="{4D83239D-652B-D442-956B-213E3BB2BB96}" type="presParOf" srcId="{235282E6-B670-ED45-97D4-BDEC42153E17}" destId="{CE771587-7A04-1B4D-BFCD-D1069BC335A6}" srcOrd="2" destOrd="0" presId="urn:microsoft.com/office/officeart/2016/7/layout/BasicLinearProcessNumbered"/>
    <dgm:cxn modelId="{DB5EBAFF-63FF-D840-A349-411DF8EF6D53}" type="presParOf" srcId="{235282E6-B670-ED45-97D4-BDEC42153E17}" destId="{70D34447-A236-B843-939B-4212CF78664C}" srcOrd="3" destOrd="0" presId="urn:microsoft.com/office/officeart/2016/7/layout/BasicLinearProcessNumbered"/>
    <dgm:cxn modelId="{296F8C7D-E313-C44A-AD6F-42E6982965DC}" type="presParOf" srcId="{0DA5BF99-A7C2-3245-91B7-833E5AF206C0}" destId="{81C04E65-9F91-F142-ACA0-94B34D2DE279}" srcOrd="1" destOrd="0" presId="urn:microsoft.com/office/officeart/2016/7/layout/BasicLinearProcessNumbered"/>
    <dgm:cxn modelId="{2438512C-2B74-E04A-A039-DB0CBF1F7426}" type="presParOf" srcId="{0DA5BF99-A7C2-3245-91B7-833E5AF206C0}" destId="{2D31F5A6-06E8-7948-BA15-3C3902A0087C}" srcOrd="2" destOrd="0" presId="urn:microsoft.com/office/officeart/2016/7/layout/BasicLinearProcessNumbered"/>
    <dgm:cxn modelId="{923DA936-7536-2040-B542-20BE7BB32E10}" type="presParOf" srcId="{2D31F5A6-06E8-7948-BA15-3C3902A0087C}" destId="{9AEEF574-479B-A442-BE61-A8B8C5C899AA}" srcOrd="0" destOrd="0" presId="urn:microsoft.com/office/officeart/2016/7/layout/BasicLinearProcessNumbered"/>
    <dgm:cxn modelId="{DFE0945F-67CF-E946-9DC0-80E58F8EE137}" type="presParOf" srcId="{2D31F5A6-06E8-7948-BA15-3C3902A0087C}" destId="{A1CA6B70-0B81-6A4A-B75A-FE3E29AD64BB}" srcOrd="1" destOrd="0" presId="urn:microsoft.com/office/officeart/2016/7/layout/BasicLinearProcessNumbered"/>
    <dgm:cxn modelId="{3A964E0C-2CB1-3B41-80B7-4EA2A42DC847}" type="presParOf" srcId="{2D31F5A6-06E8-7948-BA15-3C3902A0087C}" destId="{FFC0CB54-FB23-C644-B1D9-FE4A17ACCF29}" srcOrd="2" destOrd="0" presId="urn:microsoft.com/office/officeart/2016/7/layout/BasicLinearProcessNumbered"/>
    <dgm:cxn modelId="{8DA68001-C5DC-A84A-8C7D-DA1467F8EE08}" type="presParOf" srcId="{2D31F5A6-06E8-7948-BA15-3C3902A0087C}" destId="{6CFBE422-1CB6-3B4A-8F2D-9662B385204C}" srcOrd="3" destOrd="0" presId="urn:microsoft.com/office/officeart/2016/7/layout/BasicLinearProcessNumbered"/>
    <dgm:cxn modelId="{ACA00283-D341-884A-A955-14E716A8B8B4}" type="presParOf" srcId="{0DA5BF99-A7C2-3245-91B7-833E5AF206C0}" destId="{CB729961-640B-4D4E-9FD4-AF1301FE9707}" srcOrd="3" destOrd="0" presId="urn:microsoft.com/office/officeart/2016/7/layout/BasicLinearProcessNumbered"/>
    <dgm:cxn modelId="{1321F85A-7B50-384E-9F2E-04E7124EE5A1}" type="presParOf" srcId="{0DA5BF99-A7C2-3245-91B7-833E5AF206C0}" destId="{7FA65C81-8A5B-1F4F-B85C-ADDB4C33C15B}" srcOrd="4" destOrd="0" presId="urn:microsoft.com/office/officeart/2016/7/layout/BasicLinearProcessNumbered"/>
    <dgm:cxn modelId="{FEA038F7-F7A0-0A4B-8105-B4B72126B8E6}" type="presParOf" srcId="{7FA65C81-8A5B-1F4F-B85C-ADDB4C33C15B}" destId="{55772A90-E6FC-324F-A50E-8091A2C654BD}" srcOrd="0" destOrd="0" presId="urn:microsoft.com/office/officeart/2016/7/layout/BasicLinearProcessNumbered"/>
    <dgm:cxn modelId="{AD644412-8F0B-F145-9CAB-6560ECD0F218}" type="presParOf" srcId="{7FA65C81-8A5B-1F4F-B85C-ADDB4C33C15B}" destId="{50999EDF-E59C-5D40-9717-9978312E50FC}" srcOrd="1" destOrd="0" presId="urn:microsoft.com/office/officeart/2016/7/layout/BasicLinearProcessNumbered"/>
    <dgm:cxn modelId="{CEC8C600-523E-4447-8DC1-CE2C82FEB563}" type="presParOf" srcId="{7FA65C81-8A5B-1F4F-B85C-ADDB4C33C15B}" destId="{0597C3A6-2F8A-F542-97DD-333DA27278B3}" srcOrd="2" destOrd="0" presId="urn:microsoft.com/office/officeart/2016/7/layout/BasicLinearProcessNumbered"/>
    <dgm:cxn modelId="{044B1E6D-B18C-7F47-B5DA-911133D8A636}" type="presParOf" srcId="{7FA65C81-8A5B-1F4F-B85C-ADDB4C33C15B}" destId="{B1770892-BCD3-BE46-949A-4B04FF05BD3A}" srcOrd="3" destOrd="0" presId="urn:microsoft.com/office/officeart/2016/7/layout/BasicLinearProcessNumbered"/>
    <dgm:cxn modelId="{FB19D08D-C96D-0745-8937-20191F40236A}" type="presParOf" srcId="{0DA5BF99-A7C2-3245-91B7-833E5AF206C0}" destId="{FE081887-1C18-D34B-8E03-5C9CDFB9CE42}" srcOrd="5" destOrd="0" presId="urn:microsoft.com/office/officeart/2016/7/layout/BasicLinearProcessNumbered"/>
    <dgm:cxn modelId="{23CC14C1-F1C7-E042-9445-273290A3754E}" type="presParOf" srcId="{0DA5BF99-A7C2-3245-91B7-833E5AF206C0}" destId="{5DE8BD26-9F12-FE47-8F1C-C62DE0AABAA3}" srcOrd="6" destOrd="0" presId="urn:microsoft.com/office/officeart/2016/7/layout/BasicLinearProcessNumbered"/>
    <dgm:cxn modelId="{3F2D3CFD-0A58-2D4F-A6CF-EF21EF40A9FA}" type="presParOf" srcId="{5DE8BD26-9F12-FE47-8F1C-C62DE0AABAA3}" destId="{C248223B-7F51-8C43-9427-EDCD882AA91C}" srcOrd="0" destOrd="0" presId="urn:microsoft.com/office/officeart/2016/7/layout/BasicLinearProcessNumbered"/>
    <dgm:cxn modelId="{991F1344-26C1-484A-BBDE-4CED75650087}" type="presParOf" srcId="{5DE8BD26-9F12-FE47-8F1C-C62DE0AABAA3}" destId="{92D4B1C1-D244-3844-A706-DAF20D189965}" srcOrd="1" destOrd="0" presId="urn:microsoft.com/office/officeart/2016/7/layout/BasicLinearProcessNumbered"/>
    <dgm:cxn modelId="{4C17DD49-F65C-0E46-99B6-6B13FD14BF81}" type="presParOf" srcId="{5DE8BD26-9F12-FE47-8F1C-C62DE0AABAA3}" destId="{AED540D6-F7C4-E849-AEEA-2AE84FC62A86}" srcOrd="2" destOrd="0" presId="urn:microsoft.com/office/officeart/2016/7/layout/BasicLinearProcessNumbered"/>
    <dgm:cxn modelId="{EC039F9F-0C12-F544-A49C-242CF7F41972}" type="presParOf" srcId="{5DE8BD26-9F12-FE47-8F1C-C62DE0AABAA3}" destId="{6A292A83-11F9-E140-B368-629785267A6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F4AC01-9853-45EF-94AF-78835DCA406C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42F88BA-07D7-46BB-AA51-DCF1B09B1CD1}">
      <dgm:prSet/>
      <dgm:spPr/>
      <dgm:t>
        <a:bodyPr/>
        <a:lstStyle/>
        <a:p>
          <a:r>
            <a:rPr lang="en-US"/>
            <a:t>Phase 0: Initial Claims</a:t>
          </a:r>
        </a:p>
      </dgm:t>
    </dgm:pt>
    <dgm:pt modelId="{CD051858-F4E9-4D84-B3F5-301D9D268BB4}" type="parTrans" cxnId="{71B857C5-FB4B-4F12-BCF9-973DEC15DC35}">
      <dgm:prSet/>
      <dgm:spPr/>
      <dgm:t>
        <a:bodyPr/>
        <a:lstStyle/>
        <a:p>
          <a:endParaRPr lang="en-US"/>
        </a:p>
      </dgm:t>
    </dgm:pt>
    <dgm:pt modelId="{0CA6BC6A-AD9C-45C2-A73F-655B20853141}" type="sibTrans" cxnId="{71B857C5-FB4B-4F12-BCF9-973DEC15DC35}">
      <dgm:prSet/>
      <dgm:spPr/>
      <dgm:t>
        <a:bodyPr/>
        <a:lstStyle/>
        <a:p>
          <a:endParaRPr lang="en-US"/>
        </a:p>
      </dgm:t>
    </dgm:pt>
    <dgm:pt modelId="{8B0286CB-CB0E-44CA-A719-6C62777A4CB6}">
      <dgm:prSet/>
      <dgm:spPr/>
      <dgm:t>
        <a:bodyPr/>
        <a:lstStyle/>
        <a:p>
          <a:r>
            <a:rPr lang="en-US"/>
            <a:t>Confirm Spreadsheet access</a:t>
          </a:r>
        </a:p>
      </dgm:t>
    </dgm:pt>
    <dgm:pt modelId="{E26718B4-41EF-4ABA-B2B0-2A7EE4BCEC7C}" type="parTrans" cxnId="{8FEAC7FC-5159-4D66-9A17-1F93300736C0}">
      <dgm:prSet/>
      <dgm:spPr/>
      <dgm:t>
        <a:bodyPr/>
        <a:lstStyle/>
        <a:p>
          <a:endParaRPr lang="en-US"/>
        </a:p>
      </dgm:t>
    </dgm:pt>
    <dgm:pt modelId="{945097FA-73A8-4A1B-BEE5-AADB350564F7}" type="sibTrans" cxnId="{8FEAC7FC-5159-4D66-9A17-1F93300736C0}">
      <dgm:prSet/>
      <dgm:spPr/>
      <dgm:t>
        <a:bodyPr/>
        <a:lstStyle/>
        <a:p>
          <a:endParaRPr lang="en-US"/>
        </a:p>
      </dgm:t>
    </dgm:pt>
    <dgm:pt modelId="{F657A060-BDEF-4456-9AC2-ACC5F37A4738}">
      <dgm:prSet/>
      <dgm:spPr/>
      <dgm:t>
        <a:bodyPr/>
        <a:lstStyle/>
        <a:p>
          <a:r>
            <a:rPr lang="en-US"/>
            <a:t>Phase 1: Initial Claims</a:t>
          </a:r>
        </a:p>
      </dgm:t>
    </dgm:pt>
    <dgm:pt modelId="{071B14DB-DDE5-4DAE-BC24-5E103FC06922}" type="parTrans" cxnId="{18CDFE63-6521-4E49-8CFC-611CCAE2A883}">
      <dgm:prSet/>
      <dgm:spPr/>
      <dgm:t>
        <a:bodyPr/>
        <a:lstStyle/>
        <a:p>
          <a:endParaRPr lang="en-US"/>
        </a:p>
      </dgm:t>
    </dgm:pt>
    <dgm:pt modelId="{52005E28-7CDE-43B4-A51B-E00235BBDB27}" type="sibTrans" cxnId="{18CDFE63-6521-4E49-8CFC-611CCAE2A883}">
      <dgm:prSet/>
      <dgm:spPr/>
      <dgm:t>
        <a:bodyPr/>
        <a:lstStyle/>
        <a:p>
          <a:endParaRPr lang="en-US"/>
        </a:p>
      </dgm:t>
    </dgm:pt>
    <dgm:pt modelId="{F532D588-33F0-465B-B01E-A9497835720E}">
      <dgm:prSet/>
      <dgm:spPr/>
      <dgm:t>
        <a:bodyPr/>
        <a:lstStyle/>
        <a:p>
          <a:r>
            <a:rPr lang="en-US"/>
            <a:t>Mark students you want in spreadsheet</a:t>
          </a:r>
        </a:p>
      </dgm:t>
    </dgm:pt>
    <dgm:pt modelId="{9104F8A4-27FA-44CC-915D-A568D074C6C5}" type="parTrans" cxnId="{997B5E07-74F4-4FB9-A900-FD292622527A}">
      <dgm:prSet/>
      <dgm:spPr/>
      <dgm:t>
        <a:bodyPr/>
        <a:lstStyle/>
        <a:p>
          <a:endParaRPr lang="en-US"/>
        </a:p>
      </dgm:t>
    </dgm:pt>
    <dgm:pt modelId="{CE05C46C-C0AE-4B2E-87E9-8236BFA5A96B}" type="sibTrans" cxnId="{997B5E07-74F4-4FB9-A900-FD292622527A}">
      <dgm:prSet/>
      <dgm:spPr/>
      <dgm:t>
        <a:bodyPr/>
        <a:lstStyle/>
        <a:p>
          <a:endParaRPr lang="en-US"/>
        </a:p>
      </dgm:t>
    </dgm:pt>
    <dgm:pt modelId="{52A593C9-5452-4698-BB26-57809A2B1991}">
      <dgm:prSet/>
      <dgm:spPr/>
      <dgm:t>
        <a:bodyPr/>
        <a:lstStyle/>
        <a:p>
          <a:r>
            <a:rPr lang="en-US" dirty="0"/>
            <a:t>Phase 2: Conflict Resolution </a:t>
          </a:r>
          <a:br>
            <a:rPr lang="en-US" dirty="0"/>
          </a:br>
          <a:r>
            <a:rPr lang="en-US" dirty="0"/>
            <a:t>(15 min)</a:t>
          </a:r>
        </a:p>
      </dgm:t>
    </dgm:pt>
    <dgm:pt modelId="{B8060B3C-C894-49EE-9278-EFAF0778FD16}" type="parTrans" cxnId="{672D747D-2080-4A94-BD72-519C464B2981}">
      <dgm:prSet/>
      <dgm:spPr/>
      <dgm:t>
        <a:bodyPr/>
        <a:lstStyle/>
        <a:p>
          <a:endParaRPr lang="en-US"/>
        </a:p>
      </dgm:t>
    </dgm:pt>
    <dgm:pt modelId="{4B5AB894-A48A-4C35-A6C0-5879EC171CBA}" type="sibTrans" cxnId="{672D747D-2080-4A94-BD72-519C464B2981}">
      <dgm:prSet/>
      <dgm:spPr/>
      <dgm:t>
        <a:bodyPr/>
        <a:lstStyle/>
        <a:p>
          <a:endParaRPr lang="en-US"/>
        </a:p>
      </dgm:t>
    </dgm:pt>
    <dgm:pt modelId="{5112CAEC-FF61-4B98-89E0-BBD3D2E00AE8}">
      <dgm:prSet/>
      <dgm:spPr/>
      <dgm:t>
        <a:bodyPr/>
        <a:lstStyle/>
        <a:p>
          <a:r>
            <a:rPr lang="en-US"/>
            <a:t>Negotiate contested students</a:t>
          </a:r>
        </a:p>
      </dgm:t>
    </dgm:pt>
    <dgm:pt modelId="{82B6390E-EDF2-49E2-ADE5-5FE83CEAB9CC}" type="parTrans" cxnId="{ADA4B62C-5D1A-4249-8BAD-15A68F5948D8}">
      <dgm:prSet/>
      <dgm:spPr/>
      <dgm:t>
        <a:bodyPr/>
        <a:lstStyle/>
        <a:p>
          <a:endParaRPr lang="en-US"/>
        </a:p>
      </dgm:t>
    </dgm:pt>
    <dgm:pt modelId="{49E9DCBE-34D3-4DC1-9772-A74812622DA5}" type="sibTrans" cxnId="{ADA4B62C-5D1A-4249-8BAD-15A68F5948D8}">
      <dgm:prSet/>
      <dgm:spPr/>
      <dgm:t>
        <a:bodyPr/>
        <a:lstStyle/>
        <a:p>
          <a:endParaRPr lang="en-US"/>
        </a:p>
      </dgm:t>
    </dgm:pt>
    <dgm:pt modelId="{9A9A7C41-3BEB-4172-94DC-918CC0E660D2}">
      <dgm:prSet/>
      <dgm:spPr/>
      <dgm:t>
        <a:bodyPr/>
        <a:lstStyle/>
        <a:p>
          <a:r>
            <a:rPr lang="en-US"/>
            <a:t>Phase 3: Gap Filling (5 min)</a:t>
          </a:r>
        </a:p>
      </dgm:t>
    </dgm:pt>
    <dgm:pt modelId="{94EC92D2-07C3-4A57-B4C9-28A030387097}" type="parTrans" cxnId="{6F784F43-F305-4AAD-8851-982DF07C2B43}">
      <dgm:prSet/>
      <dgm:spPr/>
      <dgm:t>
        <a:bodyPr/>
        <a:lstStyle/>
        <a:p>
          <a:endParaRPr lang="en-US"/>
        </a:p>
      </dgm:t>
    </dgm:pt>
    <dgm:pt modelId="{5BA2DAAE-ED75-430A-BE05-9EDF12DB7F1A}" type="sibTrans" cxnId="{6F784F43-F305-4AAD-8851-982DF07C2B43}">
      <dgm:prSet/>
      <dgm:spPr/>
      <dgm:t>
        <a:bodyPr/>
        <a:lstStyle/>
        <a:p>
          <a:endParaRPr lang="en-US"/>
        </a:p>
      </dgm:t>
    </dgm:pt>
    <dgm:pt modelId="{BB325A81-6BE0-4677-95DB-BB30FA8F09A3}">
      <dgm:prSet/>
      <dgm:spPr/>
      <dgm:t>
        <a:bodyPr/>
        <a:lstStyle/>
        <a:p>
          <a:r>
            <a:rPr lang="en-US"/>
            <a:t>Under-staffed projects claim remaining students</a:t>
          </a:r>
        </a:p>
      </dgm:t>
    </dgm:pt>
    <dgm:pt modelId="{5B038203-C229-44C1-9F91-2B0B1675E03B}" type="parTrans" cxnId="{ED7AECC0-369D-4771-A9EA-BF41B2BF331F}">
      <dgm:prSet/>
      <dgm:spPr/>
      <dgm:t>
        <a:bodyPr/>
        <a:lstStyle/>
        <a:p>
          <a:endParaRPr lang="en-US"/>
        </a:p>
      </dgm:t>
    </dgm:pt>
    <dgm:pt modelId="{4C11E128-4E84-4B96-B49E-685305C7454E}" type="sibTrans" cxnId="{ED7AECC0-369D-4771-A9EA-BF41B2BF331F}">
      <dgm:prSet/>
      <dgm:spPr/>
      <dgm:t>
        <a:bodyPr/>
        <a:lstStyle/>
        <a:p>
          <a:endParaRPr lang="en-US"/>
        </a:p>
      </dgm:t>
    </dgm:pt>
    <dgm:pt modelId="{6FF2C02A-CB87-4031-9259-101C559498F8}">
      <dgm:prSet/>
      <dgm:spPr/>
      <dgm:t>
        <a:bodyPr/>
        <a:lstStyle/>
        <a:p>
          <a:r>
            <a:rPr lang="en-US" dirty="0"/>
            <a:t>Phase 4: Finalization </a:t>
          </a:r>
          <a:br>
            <a:rPr lang="en-US" dirty="0"/>
          </a:br>
          <a:r>
            <a:rPr lang="en-US" dirty="0"/>
            <a:t>(2 min)</a:t>
          </a:r>
        </a:p>
      </dgm:t>
    </dgm:pt>
    <dgm:pt modelId="{D9A10779-5C54-48CC-A692-1011D09476C6}" type="parTrans" cxnId="{D6EF27AF-2628-4CAC-9524-52C415737301}">
      <dgm:prSet/>
      <dgm:spPr/>
      <dgm:t>
        <a:bodyPr/>
        <a:lstStyle/>
        <a:p>
          <a:endParaRPr lang="en-US"/>
        </a:p>
      </dgm:t>
    </dgm:pt>
    <dgm:pt modelId="{A8F964AE-4702-4CA2-9451-D5DCE9FAC9C7}" type="sibTrans" cxnId="{D6EF27AF-2628-4CAC-9524-52C415737301}">
      <dgm:prSet/>
      <dgm:spPr/>
      <dgm:t>
        <a:bodyPr/>
        <a:lstStyle/>
        <a:p>
          <a:endParaRPr lang="en-US"/>
        </a:p>
      </dgm:t>
    </dgm:pt>
    <dgm:pt modelId="{348A1886-9D82-4331-9C07-DAC64718352D}">
      <dgm:prSet/>
      <dgm:spPr/>
      <dgm:t>
        <a:bodyPr/>
        <a:lstStyle/>
        <a:p>
          <a:r>
            <a:rPr lang="en-US"/>
            <a:t>Lock rosters, confirm community-first projects</a:t>
          </a:r>
        </a:p>
      </dgm:t>
    </dgm:pt>
    <dgm:pt modelId="{27D1A03D-3273-4A30-9E03-DB667D125992}" type="parTrans" cxnId="{B7155F49-0582-47D8-BC97-793DD353F42D}">
      <dgm:prSet/>
      <dgm:spPr/>
      <dgm:t>
        <a:bodyPr/>
        <a:lstStyle/>
        <a:p>
          <a:endParaRPr lang="en-US"/>
        </a:p>
      </dgm:t>
    </dgm:pt>
    <dgm:pt modelId="{C6478109-690C-4852-8E06-24F5CDE74993}" type="sibTrans" cxnId="{B7155F49-0582-47D8-BC97-793DD353F42D}">
      <dgm:prSet/>
      <dgm:spPr/>
      <dgm:t>
        <a:bodyPr/>
        <a:lstStyle/>
        <a:p>
          <a:endParaRPr lang="en-US"/>
        </a:p>
      </dgm:t>
    </dgm:pt>
    <dgm:pt modelId="{C0CDA72C-A025-8847-BDCA-8B1B5791B058}" type="pres">
      <dgm:prSet presAssocID="{ABF4AC01-9853-45EF-94AF-78835DCA406C}" presName="Name0" presStyleCnt="0">
        <dgm:presLayoutVars>
          <dgm:dir/>
          <dgm:resizeHandles val="exact"/>
        </dgm:presLayoutVars>
      </dgm:prSet>
      <dgm:spPr/>
    </dgm:pt>
    <dgm:pt modelId="{08B98B03-D413-B642-BFA3-91D0CE157F66}" type="pres">
      <dgm:prSet presAssocID="{642F88BA-07D7-46BB-AA51-DCF1B09B1CD1}" presName="node" presStyleLbl="node1" presStyleIdx="0" presStyleCnt="10">
        <dgm:presLayoutVars>
          <dgm:bulletEnabled val="1"/>
        </dgm:presLayoutVars>
      </dgm:prSet>
      <dgm:spPr/>
    </dgm:pt>
    <dgm:pt modelId="{26B4229A-3A04-8B4C-A35F-27CACF58D734}" type="pres">
      <dgm:prSet presAssocID="{0CA6BC6A-AD9C-45C2-A73F-655B20853141}" presName="sibTrans" presStyleLbl="sibTrans1D1" presStyleIdx="0" presStyleCnt="9"/>
      <dgm:spPr/>
    </dgm:pt>
    <dgm:pt modelId="{CFCBD71D-6F16-2649-959C-6E1955D269F6}" type="pres">
      <dgm:prSet presAssocID="{0CA6BC6A-AD9C-45C2-A73F-655B20853141}" presName="connectorText" presStyleLbl="sibTrans1D1" presStyleIdx="0" presStyleCnt="9"/>
      <dgm:spPr/>
    </dgm:pt>
    <dgm:pt modelId="{9460CF8C-D4E0-664B-B249-BD6C61095FF2}" type="pres">
      <dgm:prSet presAssocID="{8B0286CB-CB0E-44CA-A719-6C62777A4CB6}" presName="node" presStyleLbl="node1" presStyleIdx="1" presStyleCnt="10">
        <dgm:presLayoutVars>
          <dgm:bulletEnabled val="1"/>
        </dgm:presLayoutVars>
      </dgm:prSet>
      <dgm:spPr/>
    </dgm:pt>
    <dgm:pt modelId="{62E80456-06A0-F144-941B-3FCACE5297EE}" type="pres">
      <dgm:prSet presAssocID="{945097FA-73A8-4A1B-BEE5-AADB350564F7}" presName="sibTrans" presStyleLbl="sibTrans1D1" presStyleIdx="1" presStyleCnt="9"/>
      <dgm:spPr/>
    </dgm:pt>
    <dgm:pt modelId="{06CBE790-46ED-6B4C-9EAB-4B826476C348}" type="pres">
      <dgm:prSet presAssocID="{945097FA-73A8-4A1B-BEE5-AADB350564F7}" presName="connectorText" presStyleLbl="sibTrans1D1" presStyleIdx="1" presStyleCnt="9"/>
      <dgm:spPr/>
    </dgm:pt>
    <dgm:pt modelId="{CAD31197-04D7-1C47-AB6B-DCC804F6F679}" type="pres">
      <dgm:prSet presAssocID="{F657A060-BDEF-4456-9AC2-ACC5F37A4738}" presName="node" presStyleLbl="node1" presStyleIdx="2" presStyleCnt="10">
        <dgm:presLayoutVars>
          <dgm:bulletEnabled val="1"/>
        </dgm:presLayoutVars>
      </dgm:prSet>
      <dgm:spPr/>
    </dgm:pt>
    <dgm:pt modelId="{8C55E6D0-789B-B74A-BA3F-5BA373AFF160}" type="pres">
      <dgm:prSet presAssocID="{52005E28-7CDE-43B4-A51B-E00235BBDB27}" presName="sibTrans" presStyleLbl="sibTrans1D1" presStyleIdx="2" presStyleCnt="9"/>
      <dgm:spPr/>
    </dgm:pt>
    <dgm:pt modelId="{E5F95A13-FA66-E542-A811-E674443DBCCE}" type="pres">
      <dgm:prSet presAssocID="{52005E28-7CDE-43B4-A51B-E00235BBDB27}" presName="connectorText" presStyleLbl="sibTrans1D1" presStyleIdx="2" presStyleCnt="9"/>
      <dgm:spPr/>
    </dgm:pt>
    <dgm:pt modelId="{5CB3B1B1-E496-2B4D-94BD-7A325E3D14C7}" type="pres">
      <dgm:prSet presAssocID="{F532D588-33F0-465B-B01E-A9497835720E}" presName="node" presStyleLbl="node1" presStyleIdx="3" presStyleCnt="10">
        <dgm:presLayoutVars>
          <dgm:bulletEnabled val="1"/>
        </dgm:presLayoutVars>
      </dgm:prSet>
      <dgm:spPr/>
    </dgm:pt>
    <dgm:pt modelId="{98BC7840-D277-6E4C-90A3-5074B44BE659}" type="pres">
      <dgm:prSet presAssocID="{CE05C46C-C0AE-4B2E-87E9-8236BFA5A96B}" presName="sibTrans" presStyleLbl="sibTrans1D1" presStyleIdx="3" presStyleCnt="9"/>
      <dgm:spPr/>
    </dgm:pt>
    <dgm:pt modelId="{14C84583-9EA7-CA4F-BF3D-E77D40686C91}" type="pres">
      <dgm:prSet presAssocID="{CE05C46C-C0AE-4B2E-87E9-8236BFA5A96B}" presName="connectorText" presStyleLbl="sibTrans1D1" presStyleIdx="3" presStyleCnt="9"/>
      <dgm:spPr/>
    </dgm:pt>
    <dgm:pt modelId="{6B2CBBF1-2891-0E44-AAFB-6FC40AF5FB82}" type="pres">
      <dgm:prSet presAssocID="{52A593C9-5452-4698-BB26-57809A2B1991}" presName="node" presStyleLbl="node1" presStyleIdx="4" presStyleCnt="10">
        <dgm:presLayoutVars>
          <dgm:bulletEnabled val="1"/>
        </dgm:presLayoutVars>
      </dgm:prSet>
      <dgm:spPr/>
    </dgm:pt>
    <dgm:pt modelId="{7B55531F-D550-874E-8D5D-A7BBCA1C38E0}" type="pres">
      <dgm:prSet presAssocID="{4B5AB894-A48A-4C35-A6C0-5879EC171CBA}" presName="sibTrans" presStyleLbl="sibTrans1D1" presStyleIdx="4" presStyleCnt="9"/>
      <dgm:spPr/>
    </dgm:pt>
    <dgm:pt modelId="{31315EC0-A573-6C4B-B36A-86D08FE036F0}" type="pres">
      <dgm:prSet presAssocID="{4B5AB894-A48A-4C35-A6C0-5879EC171CBA}" presName="connectorText" presStyleLbl="sibTrans1D1" presStyleIdx="4" presStyleCnt="9"/>
      <dgm:spPr/>
    </dgm:pt>
    <dgm:pt modelId="{1D785A04-E15C-D742-9E2A-B39348CE2779}" type="pres">
      <dgm:prSet presAssocID="{5112CAEC-FF61-4B98-89E0-BBD3D2E00AE8}" presName="node" presStyleLbl="node1" presStyleIdx="5" presStyleCnt="10">
        <dgm:presLayoutVars>
          <dgm:bulletEnabled val="1"/>
        </dgm:presLayoutVars>
      </dgm:prSet>
      <dgm:spPr/>
    </dgm:pt>
    <dgm:pt modelId="{AD058D97-A708-B74E-B1A5-928607170C84}" type="pres">
      <dgm:prSet presAssocID="{49E9DCBE-34D3-4DC1-9772-A74812622DA5}" presName="sibTrans" presStyleLbl="sibTrans1D1" presStyleIdx="5" presStyleCnt="9"/>
      <dgm:spPr/>
    </dgm:pt>
    <dgm:pt modelId="{11197F3D-B40B-4748-B573-9859BB663E00}" type="pres">
      <dgm:prSet presAssocID="{49E9DCBE-34D3-4DC1-9772-A74812622DA5}" presName="connectorText" presStyleLbl="sibTrans1D1" presStyleIdx="5" presStyleCnt="9"/>
      <dgm:spPr/>
    </dgm:pt>
    <dgm:pt modelId="{C8B25DB6-FA05-6C42-8AF9-8AEF3EE3583B}" type="pres">
      <dgm:prSet presAssocID="{9A9A7C41-3BEB-4172-94DC-918CC0E660D2}" presName="node" presStyleLbl="node1" presStyleIdx="6" presStyleCnt="10">
        <dgm:presLayoutVars>
          <dgm:bulletEnabled val="1"/>
        </dgm:presLayoutVars>
      </dgm:prSet>
      <dgm:spPr/>
    </dgm:pt>
    <dgm:pt modelId="{29A72911-815B-7C4F-A03D-FAFFB0517038}" type="pres">
      <dgm:prSet presAssocID="{5BA2DAAE-ED75-430A-BE05-9EDF12DB7F1A}" presName="sibTrans" presStyleLbl="sibTrans1D1" presStyleIdx="6" presStyleCnt="9"/>
      <dgm:spPr/>
    </dgm:pt>
    <dgm:pt modelId="{C1491D3D-48D0-3744-8D38-A6D54966C2E6}" type="pres">
      <dgm:prSet presAssocID="{5BA2DAAE-ED75-430A-BE05-9EDF12DB7F1A}" presName="connectorText" presStyleLbl="sibTrans1D1" presStyleIdx="6" presStyleCnt="9"/>
      <dgm:spPr/>
    </dgm:pt>
    <dgm:pt modelId="{DD10195A-AEFC-2047-938D-E7D37F148639}" type="pres">
      <dgm:prSet presAssocID="{BB325A81-6BE0-4677-95DB-BB30FA8F09A3}" presName="node" presStyleLbl="node1" presStyleIdx="7" presStyleCnt="10">
        <dgm:presLayoutVars>
          <dgm:bulletEnabled val="1"/>
        </dgm:presLayoutVars>
      </dgm:prSet>
      <dgm:spPr/>
    </dgm:pt>
    <dgm:pt modelId="{E33EA8D6-509B-7849-8CCB-29FEBAB8CDF3}" type="pres">
      <dgm:prSet presAssocID="{4C11E128-4E84-4B96-B49E-685305C7454E}" presName="sibTrans" presStyleLbl="sibTrans1D1" presStyleIdx="7" presStyleCnt="9"/>
      <dgm:spPr/>
    </dgm:pt>
    <dgm:pt modelId="{E9144A34-30EF-0D42-AEC7-3DC51ACF371A}" type="pres">
      <dgm:prSet presAssocID="{4C11E128-4E84-4B96-B49E-685305C7454E}" presName="connectorText" presStyleLbl="sibTrans1D1" presStyleIdx="7" presStyleCnt="9"/>
      <dgm:spPr/>
    </dgm:pt>
    <dgm:pt modelId="{101C6734-DA41-A34E-AF01-127A29DBA464}" type="pres">
      <dgm:prSet presAssocID="{6FF2C02A-CB87-4031-9259-101C559498F8}" presName="node" presStyleLbl="node1" presStyleIdx="8" presStyleCnt="10">
        <dgm:presLayoutVars>
          <dgm:bulletEnabled val="1"/>
        </dgm:presLayoutVars>
      </dgm:prSet>
      <dgm:spPr/>
    </dgm:pt>
    <dgm:pt modelId="{31E802EE-4825-FA48-9980-367F9A6F1C5C}" type="pres">
      <dgm:prSet presAssocID="{A8F964AE-4702-4CA2-9451-D5DCE9FAC9C7}" presName="sibTrans" presStyleLbl="sibTrans1D1" presStyleIdx="8" presStyleCnt="9"/>
      <dgm:spPr/>
    </dgm:pt>
    <dgm:pt modelId="{9E132A8A-F522-4A4F-82B0-71F1CCE017AC}" type="pres">
      <dgm:prSet presAssocID="{A8F964AE-4702-4CA2-9451-D5DCE9FAC9C7}" presName="connectorText" presStyleLbl="sibTrans1D1" presStyleIdx="8" presStyleCnt="9"/>
      <dgm:spPr/>
    </dgm:pt>
    <dgm:pt modelId="{42CF0F7D-5112-4143-AF66-E4005A11F2FE}" type="pres">
      <dgm:prSet presAssocID="{348A1886-9D82-4331-9C07-DAC64718352D}" presName="node" presStyleLbl="node1" presStyleIdx="9" presStyleCnt="10">
        <dgm:presLayoutVars>
          <dgm:bulletEnabled val="1"/>
        </dgm:presLayoutVars>
      </dgm:prSet>
      <dgm:spPr/>
    </dgm:pt>
  </dgm:ptLst>
  <dgm:cxnLst>
    <dgm:cxn modelId="{997B5E07-74F4-4FB9-A900-FD292622527A}" srcId="{ABF4AC01-9853-45EF-94AF-78835DCA406C}" destId="{F532D588-33F0-465B-B01E-A9497835720E}" srcOrd="3" destOrd="0" parTransId="{9104F8A4-27FA-44CC-915D-A568D074C6C5}" sibTransId="{CE05C46C-C0AE-4B2E-87E9-8236BFA5A96B}"/>
    <dgm:cxn modelId="{0DFD000F-7F0C-B842-AC05-C9DC2AB4DEB0}" type="presOf" srcId="{5BA2DAAE-ED75-430A-BE05-9EDF12DB7F1A}" destId="{C1491D3D-48D0-3744-8D38-A6D54966C2E6}" srcOrd="1" destOrd="0" presId="urn:microsoft.com/office/officeart/2016/7/layout/RepeatingBendingProcessNew"/>
    <dgm:cxn modelId="{ADA4B62C-5D1A-4249-8BAD-15A68F5948D8}" srcId="{ABF4AC01-9853-45EF-94AF-78835DCA406C}" destId="{5112CAEC-FF61-4B98-89E0-BBD3D2E00AE8}" srcOrd="5" destOrd="0" parTransId="{82B6390E-EDF2-49E2-ADE5-5FE83CEAB9CC}" sibTransId="{49E9DCBE-34D3-4DC1-9772-A74812622DA5}"/>
    <dgm:cxn modelId="{E07D9D3A-77C3-7A4C-A121-E4FD617F4A68}" type="presOf" srcId="{0CA6BC6A-AD9C-45C2-A73F-655B20853141}" destId="{26B4229A-3A04-8B4C-A35F-27CACF58D734}" srcOrd="0" destOrd="0" presId="urn:microsoft.com/office/officeart/2016/7/layout/RepeatingBendingProcessNew"/>
    <dgm:cxn modelId="{63DD1D3B-F9B3-BB40-8F5C-5617F2BDE4EB}" type="presOf" srcId="{9A9A7C41-3BEB-4172-94DC-918CC0E660D2}" destId="{C8B25DB6-FA05-6C42-8AF9-8AEF3EE3583B}" srcOrd="0" destOrd="0" presId="urn:microsoft.com/office/officeart/2016/7/layout/RepeatingBendingProcessNew"/>
    <dgm:cxn modelId="{6F784F43-F305-4AAD-8851-982DF07C2B43}" srcId="{ABF4AC01-9853-45EF-94AF-78835DCA406C}" destId="{9A9A7C41-3BEB-4172-94DC-918CC0E660D2}" srcOrd="6" destOrd="0" parTransId="{94EC92D2-07C3-4A57-B4C9-28A030387097}" sibTransId="{5BA2DAAE-ED75-430A-BE05-9EDF12DB7F1A}"/>
    <dgm:cxn modelId="{117C8945-53D9-7344-8BD7-C0F43598261F}" type="presOf" srcId="{52A593C9-5452-4698-BB26-57809A2B1991}" destId="{6B2CBBF1-2891-0E44-AAFB-6FC40AF5FB82}" srcOrd="0" destOrd="0" presId="urn:microsoft.com/office/officeart/2016/7/layout/RepeatingBendingProcessNew"/>
    <dgm:cxn modelId="{B7155F49-0582-47D8-BC97-793DD353F42D}" srcId="{ABF4AC01-9853-45EF-94AF-78835DCA406C}" destId="{348A1886-9D82-4331-9C07-DAC64718352D}" srcOrd="9" destOrd="0" parTransId="{27D1A03D-3273-4A30-9E03-DB667D125992}" sibTransId="{C6478109-690C-4852-8E06-24F5CDE74993}"/>
    <dgm:cxn modelId="{18CDFE63-6521-4E49-8CFC-611CCAE2A883}" srcId="{ABF4AC01-9853-45EF-94AF-78835DCA406C}" destId="{F657A060-BDEF-4456-9AC2-ACC5F37A4738}" srcOrd="2" destOrd="0" parTransId="{071B14DB-DDE5-4DAE-BC24-5E103FC06922}" sibTransId="{52005E28-7CDE-43B4-A51B-E00235BBDB27}"/>
    <dgm:cxn modelId="{C5FFA865-6ACC-0A49-9413-4CF614C22EB1}" type="presOf" srcId="{52005E28-7CDE-43B4-A51B-E00235BBDB27}" destId="{8C55E6D0-789B-B74A-BA3F-5BA373AFF160}" srcOrd="0" destOrd="0" presId="urn:microsoft.com/office/officeart/2016/7/layout/RepeatingBendingProcessNew"/>
    <dgm:cxn modelId="{1B933D6D-AF5F-8844-98B4-4B9B3ECD204C}" type="presOf" srcId="{4B5AB894-A48A-4C35-A6C0-5879EC171CBA}" destId="{31315EC0-A573-6C4B-B36A-86D08FE036F0}" srcOrd="1" destOrd="0" presId="urn:microsoft.com/office/officeart/2016/7/layout/RepeatingBendingProcessNew"/>
    <dgm:cxn modelId="{05C94170-2AFF-AA43-AB4A-5B0038913F9A}" type="presOf" srcId="{A8F964AE-4702-4CA2-9451-D5DCE9FAC9C7}" destId="{31E802EE-4825-FA48-9980-367F9A6F1C5C}" srcOrd="0" destOrd="0" presId="urn:microsoft.com/office/officeart/2016/7/layout/RepeatingBendingProcessNew"/>
    <dgm:cxn modelId="{672D747D-2080-4A94-BD72-519C464B2981}" srcId="{ABF4AC01-9853-45EF-94AF-78835DCA406C}" destId="{52A593C9-5452-4698-BB26-57809A2B1991}" srcOrd="4" destOrd="0" parTransId="{B8060B3C-C894-49EE-9278-EFAF0778FD16}" sibTransId="{4B5AB894-A48A-4C35-A6C0-5879EC171CBA}"/>
    <dgm:cxn modelId="{CDD6D884-8908-BC40-8E79-7A3D779B7059}" type="presOf" srcId="{945097FA-73A8-4A1B-BEE5-AADB350564F7}" destId="{06CBE790-46ED-6B4C-9EAB-4B826476C348}" srcOrd="1" destOrd="0" presId="urn:microsoft.com/office/officeart/2016/7/layout/RepeatingBendingProcessNew"/>
    <dgm:cxn modelId="{88AAFE88-D16F-2C4A-BA68-1CE678DE168C}" type="presOf" srcId="{0CA6BC6A-AD9C-45C2-A73F-655B20853141}" destId="{CFCBD71D-6F16-2649-959C-6E1955D269F6}" srcOrd="1" destOrd="0" presId="urn:microsoft.com/office/officeart/2016/7/layout/RepeatingBendingProcessNew"/>
    <dgm:cxn modelId="{D403C389-6DA0-884E-879C-045FC5D3C478}" type="presOf" srcId="{52005E28-7CDE-43B4-A51B-E00235BBDB27}" destId="{E5F95A13-FA66-E542-A811-E674443DBCCE}" srcOrd="1" destOrd="0" presId="urn:microsoft.com/office/officeart/2016/7/layout/RepeatingBendingProcessNew"/>
    <dgm:cxn modelId="{990CF5A1-09F1-914A-A80E-796F2DDE8CC6}" type="presOf" srcId="{348A1886-9D82-4331-9C07-DAC64718352D}" destId="{42CF0F7D-5112-4143-AF66-E4005A11F2FE}" srcOrd="0" destOrd="0" presId="urn:microsoft.com/office/officeart/2016/7/layout/RepeatingBendingProcessNew"/>
    <dgm:cxn modelId="{999DFDA1-F7F6-C045-AE80-E14EE66163AE}" type="presOf" srcId="{49E9DCBE-34D3-4DC1-9772-A74812622DA5}" destId="{11197F3D-B40B-4748-B573-9859BB663E00}" srcOrd="1" destOrd="0" presId="urn:microsoft.com/office/officeart/2016/7/layout/RepeatingBendingProcessNew"/>
    <dgm:cxn modelId="{D6EF27AF-2628-4CAC-9524-52C415737301}" srcId="{ABF4AC01-9853-45EF-94AF-78835DCA406C}" destId="{6FF2C02A-CB87-4031-9259-101C559498F8}" srcOrd="8" destOrd="0" parTransId="{D9A10779-5C54-48CC-A692-1011D09476C6}" sibTransId="{A8F964AE-4702-4CA2-9451-D5DCE9FAC9C7}"/>
    <dgm:cxn modelId="{A045C9B4-CB66-BE43-83E8-56212F4D410C}" type="presOf" srcId="{ABF4AC01-9853-45EF-94AF-78835DCA406C}" destId="{C0CDA72C-A025-8847-BDCA-8B1B5791B058}" srcOrd="0" destOrd="0" presId="urn:microsoft.com/office/officeart/2016/7/layout/RepeatingBendingProcessNew"/>
    <dgm:cxn modelId="{CF0B83B5-66EA-6348-837E-E24B67EE8646}" type="presOf" srcId="{F532D588-33F0-465B-B01E-A9497835720E}" destId="{5CB3B1B1-E496-2B4D-94BD-7A325E3D14C7}" srcOrd="0" destOrd="0" presId="urn:microsoft.com/office/officeart/2016/7/layout/RepeatingBendingProcessNew"/>
    <dgm:cxn modelId="{ED7AECC0-369D-4771-A9EA-BF41B2BF331F}" srcId="{ABF4AC01-9853-45EF-94AF-78835DCA406C}" destId="{BB325A81-6BE0-4677-95DB-BB30FA8F09A3}" srcOrd="7" destOrd="0" parTransId="{5B038203-C229-44C1-9F91-2B0B1675E03B}" sibTransId="{4C11E128-4E84-4B96-B49E-685305C7454E}"/>
    <dgm:cxn modelId="{0EB262C1-7724-7149-8B39-32405180D1EC}" type="presOf" srcId="{A8F964AE-4702-4CA2-9451-D5DCE9FAC9C7}" destId="{9E132A8A-F522-4A4F-82B0-71F1CCE017AC}" srcOrd="1" destOrd="0" presId="urn:microsoft.com/office/officeart/2016/7/layout/RepeatingBendingProcessNew"/>
    <dgm:cxn modelId="{71B857C5-FB4B-4F12-BCF9-973DEC15DC35}" srcId="{ABF4AC01-9853-45EF-94AF-78835DCA406C}" destId="{642F88BA-07D7-46BB-AA51-DCF1B09B1CD1}" srcOrd="0" destOrd="0" parTransId="{CD051858-F4E9-4D84-B3F5-301D9D268BB4}" sibTransId="{0CA6BC6A-AD9C-45C2-A73F-655B20853141}"/>
    <dgm:cxn modelId="{FC188EC7-7448-7544-B803-9496E51336C7}" type="presOf" srcId="{5112CAEC-FF61-4B98-89E0-BBD3D2E00AE8}" destId="{1D785A04-E15C-D742-9E2A-B39348CE2779}" srcOrd="0" destOrd="0" presId="urn:microsoft.com/office/officeart/2016/7/layout/RepeatingBendingProcessNew"/>
    <dgm:cxn modelId="{CD8A96C8-D0B2-1843-A669-37958922342D}" type="presOf" srcId="{4C11E128-4E84-4B96-B49E-685305C7454E}" destId="{E33EA8D6-509B-7849-8CCB-29FEBAB8CDF3}" srcOrd="0" destOrd="0" presId="urn:microsoft.com/office/officeart/2016/7/layout/RepeatingBendingProcessNew"/>
    <dgm:cxn modelId="{8CAB12CA-73CA-DA47-9241-FA70E83DBC1C}" type="presOf" srcId="{CE05C46C-C0AE-4B2E-87E9-8236BFA5A96B}" destId="{14C84583-9EA7-CA4F-BF3D-E77D40686C91}" srcOrd="1" destOrd="0" presId="urn:microsoft.com/office/officeart/2016/7/layout/RepeatingBendingProcessNew"/>
    <dgm:cxn modelId="{86E96CCC-CF71-A04C-A561-3343545072FA}" type="presOf" srcId="{BB325A81-6BE0-4677-95DB-BB30FA8F09A3}" destId="{DD10195A-AEFC-2047-938D-E7D37F148639}" srcOrd="0" destOrd="0" presId="urn:microsoft.com/office/officeart/2016/7/layout/RepeatingBendingProcessNew"/>
    <dgm:cxn modelId="{3C0461D4-16EE-0540-B1F2-9A507A61771D}" type="presOf" srcId="{5BA2DAAE-ED75-430A-BE05-9EDF12DB7F1A}" destId="{29A72911-815B-7C4F-A03D-FAFFB0517038}" srcOrd="0" destOrd="0" presId="urn:microsoft.com/office/officeart/2016/7/layout/RepeatingBendingProcessNew"/>
    <dgm:cxn modelId="{98DB9AE1-5D0D-054B-93E9-0E874CBC6911}" type="presOf" srcId="{6FF2C02A-CB87-4031-9259-101C559498F8}" destId="{101C6734-DA41-A34E-AF01-127A29DBA464}" srcOrd="0" destOrd="0" presId="urn:microsoft.com/office/officeart/2016/7/layout/RepeatingBendingProcessNew"/>
    <dgm:cxn modelId="{28ECE8E2-0F79-5C48-BEA1-029EB6D9E7B9}" type="presOf" srcId="{642F88BA-07D7-46BB-AA51-DCF1B09B1CD1}" destId="{08B98B03-D413-B642-BFA3-91D0CE157F66}" srcOrd="0" destOrd="0" presId="urn:microsoft.com/office/officeart/2016/7/layout/RepeatingBendingProcessNew"/>
    <dgm:cxn modelId="{F89A6DE5-E2CA-F940-B716-E75882694235}" type="presOf" srcId="{49E9DCBE-34D3-4DC1-9772-A74812622DA5}" destId="{AD058D97-A708-B74E-B1A5-928607170C84}" srcOrd="0" destOrd="0" presId="urn:microsoft.com/office/officeart/2016/7/layout/RepeatingBendingProcessNew"/>
    <dgm:cxn modelId="{E0E8F9E9-201E-7546-B001-4A2DCE892C91}" type="presOf" srcId="{8B0286CB-CB0E-44CA-A719-6C62777A4CB6}" destId="{9460CF8C-D4E0-664B-B249-BD6C61095FF2}" srcOrd="0" destOrd="0" presId="urn:microsoft.com/office/officeart/2016/7/layout/RepeatingBendingProcessNew"/>
    <dgm:cxn modelId="{D75E32ED-F573-CA4A-84EC-049E05A68A2C}" type="presOf" srcId="{4C11E128-4E84-4B96-B49E-685305C7454E}" destId="{E9144A34-30EF-0D42-AEC7-3DC51ACF371A}" srcOrd="1" destOrd="0" presId="urn:microsoft.com/office/officeart/2016/7/layout/RepeatingBendingProcessNew"/>
    <dgm:cxn modelId="{0832CAEE-44C6-A442-8CDE-7AC519F3D0D7}" type="presOf" srcId="{4B5AB894-A48A-4C35-A6C0-5879EC171CBA}" destId="{7B55531F-D550-874E-8D5D-A7BBCA1C38E0}" srcOrd="0" destOrd="0" presId="urn:microsoft.com/office/officeart/2016/7/layout/RepeatingBendingProcessNew"/>
    <dgm:cxn modelId="{9D845BFA-8321-9B4C-8E17-11CA1F0C9104}" type="presOf" srcId="{F657A060-BDEF-4456-9AC2-ACC5F37A4738}" destId="{CAD31197-04D7-1C47-AB6B-DCC804F6F679}" srcOrd="0" destOrd="0" presId="urn:microsoft.com/office/officeart/2016/7/layout/RepeatingBendingProcessNew"/>
    <dgm:cxn modelId="{3056FCFB-B098-D440-8657-F3A9BD93F31D}" type="presOf" srcId="{CE05C46C-C0AE-4B2E-87E9-8236BFA5A96B}" destId="{98BC7840-D277-6E4C-90A3-5074B44BE659}" srcOrd="0" destOrd="0" presId="urn:microsoft.com/office/officeart/2016/7/layout/RepeatingBendingProcessNew"/>
    <dgm:cxn modelId="{8FEAC7FC-5159-4D66-9A17-1F93300736C0}" srcId="{ABF4AC01-9853-45EF-94AF-78835DCA406C}" destId="{8B0286CB-CB0E-44CA-A719-6C62777A4CB6}" srcOrd="1" destOrd="0" parTransId="{E26718B4-41EF-4ABA-B2B0-2A7EE4BCEC7C}" sibTransId="{945097FA-73A8-4A1B-BEE5-AADB350564F7}"/>
    <dgm:cxn modelId="{B508E6FE-C6A4-814E-894E-6B5A49359A75}" type="presOf" srcId="{945097FA-73A8-4A1B-BEE5-AADB350564F7}" destId="{62E80456-06A0-F144-941B-3FCACE5297EE}" srcOrd="0" destOrd="0" presId="urn:microsoft.com/office/officeart/2016/7/layout/RepeatingBendingProcessNew"/>
    <dgm:cxn modelId="{7A2857CE-BE80-8449-99E1-E3917FEF23E3}" type="presParOf" srcId="{C0CDA72C-A025-8847-BDCA-8B1B5791B058}" destId="{08B98B03-D413-B642-BFA3-91D0CE157F66}" srcOrd="0" destOrd="0" presId="urn:microsoft.com/office/officeart/2016/7/layout/RepeatingBendingProcessNew"/>
    <dgm:cxn modelId="{D8BE547D-93F3-AA44-8423-ED35B3CE918E}" type="presParOf" srcId="{C0CDA72C-A025-8847-BDCA-8B1B5791B058}" destId="{26B4229A-3A04-8B4C-A35F-27CACF58D734}" srcOrd="1" destOrd="0" presId="urn:microsoft.com/office/officeart/2016/7/layout/RepeatingBendingProcessNew"/>
    <dgm:cxn modelId="{4177652B-3BED-E347-A5EA-F2E76B455079}" type="presParOf" srcId="{26B4229A-3A04-8B4C-A35F-27CACF58D734}" destId="{CFCBD71D-6F16-2649-959C-6E1955D269F6}" srcOrd="0" destOrd="0" presId="urn:microsoft.com/office/officeart/2016/7/layout/RepeatingBendingProcessNew"/>
    <dgm:cxn modelId="{437B7B27-C75C-724D-8CC2-8A6F54592B8B}" type="presParOf" srcId="{C0CDA72C-A025-8847-BDCA-8B1B5791B058}" destId="{9460CF8C-D4E0-664B-B249-BD6C61095FF2}" srcOrd="2" destOrd="0" presId="urn:microsoft.com/office/officeart/2016/7/layout/RepeatingBendingProcessNew"/>
    <dgm:cxn modelId="{B2EA009C-D244-2347-8CC0-875400096A79}" type="presParOf" srcId="{C0CDA72C-A025-8847-BDCA-8B1B5791B058}" destId="{62E80456-06A0-F144-941B-3FCACE5297EE}" srcOrd="3" destOrd="0" presId="urn:microsoft.com/office/officeart/2016/7/layout/RepeatingBendingProcessNew"/>
    <dgm:cxn modelId="{E21EA300-7898-3E42-9DEF-AD767F3F8CB0}" type="presParOf" srcId="{62E80456-06A0-F144-941B-3FCACE5297EE}" destId="{06CBE790-46ED-6B4C-9EAB-4B826476C348}" srcOrd="0" destOrd="0" presId="urn:microsoft.com/office/officeart/2016/7/layout/RepeatingBendingProcessNew"/>
    <dgm:cxn modelId="{A5A796A0-B210-1F44-A92F-8F5E89BC9A4A}" type="presParOf" srcId="{C0CDA72C-A025-8847-BDCA-8B1B5791B058}" destId="{CAD31197-04D7-1C47-AB6B-DCC804F6F679}" srcOrd="4" destOrd="0" presId="urn:microsoft.com/office/officeart/2016/7/layout/RepeatingBendingProcessNew"/>
    <dgm:cxn modelId="{81A7B7D2-7DEE-384E-B834-0976A121532D}" type="presParOf" srcId="{C0CDA72C-A025-8847-BDCA-8B1B5791B058}" destId="{8C55E6D0-789B-B74A-BA3F-5BA373AFF160}" srcOrd="5" destOrd="0" presId="urn:microsoft.com/office/officeart/2016/7/layout/RepeatingBendingProcessNew"/>
    <dgm:cxn modelId="{52F736D2-D452-CD42-A6E7-DCF71885D3A5}" type="presParOf" srcId="{8C55E6D0-789B-B74A-BA3F-5BA373AFF160}" destId="{E5F95A13-FA66-E542-A811-E674443DBCCE}" srcOrd="0" destOrd="0" presId="urn:microsoft.com/office/officeart/2016/7/layout/RepeatingBendingProcessNew"/>
    <dgm:cxn modelId="{55E09B86-204B-4342-974D-14B4E6D70044}" type="presParOf" srcId="{C0CDA72C-A025-8847-BDCA-8B1B5791B058}" destId="{5CB3B1B1-E496-2B4D-94BD-7A325E3D14C7}" srcOrd="6" destOrd="0" presId="urn:microsoft.com/office/officeart/2016/7/layout/RepeatingBendingProcessNew"/>
    <dgm:cxn modelId="{6ACF34FE-92A6-3145-8EF1-D83E28261A17}" type="presParOf" srcId="{C0CDA72C-A025-8847-BDCA-8B1B5791B058}" destId="{98BC7840-D277-6E4C-90A3-5074B44BE659}" srcOrd="7" destOrd="0" presId="urn:microsoft.com/office/officeart/2016/7/layout/RepeatingBendingProcessNew"/>
    <dgm:cxn modelId="{B308DCB2-C2BF-C54E-91C3-A2A94BC2238E}" type="presParOf" srcId="{98BC7840-D277-6E4C-90A3-5074B44BE659}" destId="{14C84583-9EA7-CA4F-BF3D-E77D40686C91}" srcOrd="0" destOrd="0" presId="urn:microsoft.com/office/officeart/2016/7/layout/RepeatingBendingProcessNew"/>
    <dgm:cxn modelId="{1C985A05-E2C5-F649-8262-FA40E75D5718}" type="presParOf" srcId="{C0CDA72C-A025-8847-BDCA-8B1B5791B058}" destId="{6B2CBBF1-2891-0E44-AAFB-6FC40AF5FB82}" srcOrd="8" destOrd="0" presId="urn:microsoft.com/office/officeart/2016/7/layout/RepeatingBendingProcessNew"/>
    <dgm:cxn modelId="{87E73BAF-5AE5-D94A-B491-512756998C06}" type="presParOf" srcId="{C0CDA72C-A025-8847-BDCA-8B1B5791B058}" destId="{7B55531F-D550-874E-8D5D-A7BBCA1C38E0}" srcOrd="9" destOrd="0" presId="urn:microsoft.com/office/officeart/2016/7/layout/RepeatingBendingProcessNew"/>
    <dgm:cxn modelId="{03777D1A-AD92-0E41-B975-43167D74D027}" type="presParOf" srcId="{7B55531F-D550-874E-8D5D-A7BBCA1C38E0}" destId="{31315EC0-A573-6C4B-B36A-86D08FE036F0}" srcOrd="0" destOrd="0" presId="urn:microsoft.com/office/officeart/2016/7/layout/RepeatingBendingProcessNew"/>
    <dgm:cxn modelId="{CC75D62C-517B-E046-BC1C-5E8673E1BBA2}" type="presParOf" srcId="{C0CDA72C-A025-8847-BDCA-8B1B5791B058}" destId="{1D785A04-E15C-D742-9E2A-B39348CE2779}" srcOrd="10" destOrd="0" presId="urn:microsoft.com/office/officeart/2016/7/layout/RepeatingBendingProcessNew"/>
    <dgm:cxn modelId="{59C1E274-793B-174A-9848-53756AE5244B}" type="presParOf" srcId="{C0CDA72C-A025-8847-BDCA-8B1B5791B058}" destId="{AD058D97-A708-B74E-B1A5-928607170C84}" srcOrd="11" destOrd="0" presId="urn:microsoft.com/office/officeart/2016/7/layout/RepeatingBendingProcessNew"/>
    <dgm:cxn modelId="{5D42668E-84A4-EB49-A867-3AA962C21586}" type="presParOf" srcId="{AD058D97-A708-B74E-B1A5-928607170C84}" destId="{11197F3D-B40B-4748-B573-9859BB663E00}" srcOrd="0" destOrd="0" presId="urn:microsoft.com/office/officeart/2016/7/layout/RepeatingBendingProcessNew"/>
    <dgm:cxn modelId="{2C75B052-74EC-B249-B573-6A90EBA780C8}" type="presParOf" srcId="{C0CDA72C-A025-8847-BDCA-8B1B5791B058}" destId="{C8B25DB6-FA05-6C42-8AF9-8AEF3EE3583B}" srcOrd="12" destOrd="0" presId="urn:microsoft.com/office/officeart/2016/7/layout/RepeatingBendingProcessNew"/>
    <dgm:cxn modelId="{B4492C0B-D29E-9E42-B8DE-90D003346C3F}" type="presParOf" srcId="{C0CDA72C-A025-8847-BDCA-8B1B5791B058}" destId="{29A72911-815B-7C4F-A03D-FAFFB0517038}" srcOrd="13" destOrd="0" presId="urn:microsoft.com/office/officeart/2016/7/layout/RepeatingBendingProcessNew"/>
    <dgm:cxn modelId="{126E52EB-713E-6048-B3A4-1898DFCAC3BC}" type="presParOf" srcId="{29A72911-815B-7C4F-A03D-FAFFB0517038}" destId="{C1491D3D-48D0-3744-8D38-A6D54966C2E6}" srcOrd="0" destOrd="0" presId="urn:microsoft.com/office/officeart/2016/7/layout/RepeatingBendingProcessNew"/>
    <dgm:cxn modelId="{6793B874-CCCF-A040-A8CF-E933802F33B8}" type="presParOf" srcId="{C0CDA72C-A025-8847-BDCA-8B1B5791B058}" destId="{DD10195A-AEFC-2047-938D-E7D37F148639}" srcOrd="14" destOrd="0" presId="urn:microsoft.com/office/officeart/2016/7/layout/RepeatingBendingProcessNew"/>
    <dgm:cxn modelId="{4B2FE5F6-9878-214E-8E62-201003123800}" type="presParOf" srcId="{C0CDA72C-A025-8847-BDCA-8B1B5791B058}" destId="{E33EA8D6-509B-7849-8CCB-29FEBAB8CDF3}" srcOrd="15" destOrd="0" presId="urn:microsoft.com/office/officeart/2016/7/layout/RepeatingBendingProcessNew"/>
    <dgm:cxn modelId="{C5B6A1DF-FDE2-4B47-AF8F-0FC6F5F58B4A}" type="presParOf" srcId="{E33EA8D6-509B-7849-8CCB-29FEBAB8CDF3}" destId="{E9144A34-30EF-0D42-AEC7-3DC51ACF371A}" srcOrd="0" destOrd="0" presId="urn:microsoft.com/office/officeart/2016/7/layout/RepeatingBendingProcessNew"/>
    <dgm:cxn modelId="{7665E342-0DE3-8147-9CAD-A7A51619F43D}" type="presParOf" srcId="{C0CDA72C-A025-8847-BDCA-8B1B5791B058}" destId="{101C6734-DA41-A34E-AF01-127A29DBA464}" srcOrd="16" destOrd="0" presId="urn:microsoft.com/office/officeart/2016/7/layout/RepeatingBendingProcessNew"/>
    <dgm:cxn modelId="{2B3CEB7A-C2E0-4044-B45F-B7B68DE587F0}" type="presParOf" srcId="{C0CDA72C-A025-8847-BDCA-8B1B5791B058}" destId="{31E802EE-4825-FA48-9980-367F9A6F1C5C}" srcOrd="17" destOrd="0" presId="urn:microsoft.com/office/officeart/2016/7/layout/RepeatingBendingProcessNew"/>
    <dgm:cxn modelId="{7E02C3E6-32FC-FD4A-8C37-0858A38C1CA5}" type="presParOf" srcId="{31E802EE-4825-FA48-9980-367F9A6F1C5C}" destId="{9E132A8A-F522-4A4F-82B0-71F1CCE017AC}" srcOrd="0" destOrd="0" presId="urn:microsoft.com/office/officeart/2016/7/layout/RepeatingBendingProcessNew"/>
    <dgm:cxn modelId="{12D604BF-A980-3640-B203-5707858F76F6}" type="presParOf" srcId="{C0CDA72C-A025-8847-BDCA-8B1B5791B058}" destId="{42CF0F7D-5112-4143-AF66-E4005A11F2FE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B3A99E-2A61-4A7D-B0C5-688E39AA559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8AE06F-889C-49B2-95CD-8D6D4D768A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Every Capstone student must join a project team</a:t>
          </a:r>
        </a:p>
      </dgm:t>
    </dgm:pt>
    <dgm:pt modelId="{3BA92EB8-C77A-40FA-A855-356A28343B4F}" type="parTrans" cxnId="{9B7BC622-39CC-4391-844D-BDC3805E5C4A}">
      <dgm:prSet/>
      <dgm:spPr/>
      <dgm:t>
        <a:bodyPr/>
        <a:lstStyle/>
        <a:p>
          <a:endParaRPr lang="en-US"/>
        </a:p>
      </dgm:t>
    </dgm:pt>
    <dgm:pt modelId="{CEB886DD-9AEC-4441-969F-ED493464236C}" type="sibTrans" cxnId="{9B7BC622-39CC-4391-844D-BDC3805E5C4A}">
      <dgm:prSet/>
      <dgm:spPr/>
      <dgm:t>
        <a:bodyPr/>
        <a:lstStyle/>
        <a:p>
          <a:endParaRPr lang="en-US"/>
        </a:p>
      </dgm:t>
    </dgm:pt>
    <dgm:pt modelId="{DB310B4E-03DA-4388-83A6-208F08F1DA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Target team size: 2 students per project</a:t>
          </a:r>
        </a:p>
      </dgm:t>
    </dgm:pt>
    <dgm:pt modelId="{B58D0687-152B-4986-849F-8CE7AB7E8271}" type="parTrans" cxnId="{44B7C261-FE2E-4F5A-A2E9-3C0CAFCF14DB}">
      <dgm:prSet/>
      <dgm:spPr/>
      <dgm:t>
        <a:bodyPr/>
        <a:lstStyle/>
        <a:p>
          <a:endParaRPr lang="en-US"/>
        </a:p>
      </dgm:t>
    </dgm:pt>
    <dgm:pt modelId="{70847828-C5E4-4847-A1B8-BEE16B0CE879}" type="sibTrans" cxnId="{44B7C261-FE2E-4F5A-A2E9-3C0CAFCF14DB}">
      <dgm:prSet/>
      <dgm:spPr/>
      <dgm:t>
        <a:bodyPr/>
        <a:lstStyle/>
        <a:p>
          <a:endParaRPr lang="en-US"/>
        </a:p>
      </dgm:t>
    </dgm:pt>
    <dgm:pt modelId="{BE718B68-6254-437F-A471-71630430B1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DOSSP projects can operate community-first (0 members) EXCEPT:</a:t>
          </a:r>
        </a:p>
      </dgm:t>
    </dgm:pt>
    <dgm:pt modelId="{979865D4-504D-492C-95DF-22FE8AF79F31}" type="parTrans" cxnId="{6DBF6519-1A0B-4A5E-B75F-2D63E40F15A5}">
      <dgm:prSet/>
      <dgm:spPr/>
      <dgm:t>
        <a:bodyPr/>
        <a:lstStyle/>
        <a:p>
          <a:endParaRPr lang="en-US"/>
        </a:p>
      </dgm:t>
    </dgm:pt>
    <dgm:pt modelId="{BEC2943B-C13D-4585-9217-9AC4517D777B}" type="sibTrans" cxnId="{6DBF6519-1A0B-4A5E-B75F-2D63E40F15A5}">
      <dgm:prSet/>
      <dgm:spPr/>
      <dgm:t>
        <a:bodyPr/>
        <a:lstStyle/>
        <a:p>
          <a:endParaRPr lang="en-US"/>
        </a:p>
      </dgm:t>
    </dgm:pt>
    <dgm:pt modelId="{04E1A46A-8E4E-46CA-8497-D76DC4A5EA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Tech Leads substituting DOSSP for Capstone II MUST have teams (7 projects)</a:t>
          </a:r>
        </a:p>
      </dgm:t>
    </dgm:pt>
    <dgm:pt modelId="{288710AA-C6F9-46DB-A52B-264D2805AA17}" type="parTrans" cxnId="{13FD6EFF-B3C7-4CB1-B9E2-C2EB76A3F31D}">
      <dgm:prSet/>
      <dgm:spPr/>
      <dgm:t>
        <a:bodyPr/>
        <a:lstStyle/>
        <a:p>
          <a:endParaRPr lang="en-US"/>
        </a:p>
      </dgm:t>
    </dgm:pt>
    <dgm:pt modelId="{89B1CA07-8500-46F4-8189-2EB3EFF38EB3}" type="sibTrans" cxnId="{13FD6EFF-B3C7-4CB1-B9E2-C2EB76A3F31D}">
      <dgm:prSet/>
      <dgm:spPr/>
      <dgm:t>
        <a:bodyPr/>
        <a:lstStyle/>
        <a:p>
          <a:endParaRPr lang="en-US"/>
        </a:p>
      </dgm:t>
    </dgm:pt>
    <dgm:pt modelId="{A82F56A5-2AE7-46A0-AFA6-36553F18FC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 SE Capstone student pre-assigned to specific project</a:t>
          </a:r>
        </a:p>
      </dgm:t>
    </dgm:pt>
    <dgm:pt modelId="{308D9403-FBEF-4A52-BCAD-B88B12684CB0}" type="parTrans" cxnId="{712D63AF-2848-49A5-ADA2-67814AF82562}">
      <dgm:prSet/>
      <dgm:spPr/>
      <dgm:t>
        <a:bodyPr/>
        <a:lstStyle/>
        <a:p>
          <a:endParaRPr lang="en-US"/>
        </a:p>
      </dgm:t>
    </dgm:pt>
    <dgm:pt modelId="{19F49E74-8D46-4D1A-8083-65465DA77E4A}" type="sibTrans" cxnId="{712D63AF-2848-49A5-ADA2-67814AF82562}">
      <dgm:prSet/>
      <dgm:spPr/>
      <dgm:t>
        <a:bodyPr/>
        <a:lstStyle/>
        <a:p>
          <a:endParaRPr lang="en-US"/>
        </a:p>
      </dgm:t>
    </dgm:pt>
    <dgm:pt modelId="{C57BA391-B6B5-4825-B4DC-89AB77DCA6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 incomplete students available as supplements only (or special project)</a:t>
          </a:r>
        </a:p>
      </dgm:t>
    </dgm:pt>
    <dgm:pt modelId="{6DA12DB7-8FF8-4DC9-9472-2AFE1812CD55}" type="parTrans" cxnId="{83E8D04B-2673-4953-AE0A-67B3FCFF8D80}">
      <dgm:prSet/>
      <dgm:spPr/>
      <dgm:t>
        <a:bodyPr/>
        <a:lstStyle/>
        <a:p>
          <a:endParaRPr lang="en-US"/>
        </a:p>
      </dgm:t>
    </dgm:pt>
    <dgm:pt modelId="{DADA1087-7E2A-49B8-8696-21899D5D8F04}" type="sibTrans" cxnId="{83E8D04B-2673-4953-AE0A-67B3FCFF8D80}">
      <dgm:prSet/>
      <dgm:spPr/>
      <dgm:t>
        <a:bodyPr/>
        <a:lstStyle/>
        <a:p>
          <a:endParaRPr lang="en-US"/>
        </a:p>
      </dgm:t>
    </dgm:pt>
    <dgm:pt modelId="{C9845E67-63EC-4E8B-9219-05979F5BD0E1}" type="pres">
      <dgm:prSet presAssocID="{E5B3A99E-2A61-4A7D-B0C5-688E39AA559F}" presName="root" presStyleCnt="0">
        <dgm:presLayoutVars>
          <dgm:dir/>
          <dgm:resizeHandles val="exact"/>
        </dgm:presLayoutVars>
      </dgm:prSet>
      <dgm:spPr/>
    </dgm:pt>
    <dgm:pt modelId="{CB6785A6-F372-4B55-8C05-93B33461DC2C}" type="pres">
      <dgm:prSet presAssocID="{DB8AE06F-889C-49B2-95CD-8D6D4D768A35}" presName="compNode" presStyleCnt="0"/>
      <dgm:spPr/>
    </dgm:pt>
    <dgm:pt modelId="{CB340BE8-667D-404D-8050-17EF88C1A415}" type="pres">
      <dgm:prSet presAssocID="{DB8AE06F-889C-49B2-95CD-8D6D4D768A35}" presName="bgRect" presStyleLbl="bgShp" presStyleIdx="0" presStyleCnt="5"/>
      <dgm:spPr/>
    </dgm:pt>
    <dgm:pt modelId="{19F6E9BA-D710-4461-AEDF-F4255576EDD0}" type="pres">
      <dgm:prSet presAssocID="{DB8AE06F-889C-49B2-95CD-8D6D4D768A3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83217FE-2B18-477A-8A7D-D237681158FA}" type="pres">
      <dgm:prSet presAssocID="{DB8AE06F-889C-49B2-95CD-8D6D4D768A35}" presName="spaceRect" presStyleCnt="0"/>
      <dgm:spPr/>
    </dgm:pt>
    <dgm:pt modelId="{E96AD1D3-316B-48F4-B446-891551BDB5F8}" type="pres">
      <dgm:prSet presAssocID="{DB8AE06F-889C-49B2-95CD-8D6D4D768A35}" presName="parTx" presStyleLbl="revTx" presStyleIdx="0" presStyleCnt="6">
        <dgm:presLayoutVars>
          <dgm:chMax val="0"/>
          <dgm:chPref val="0"/>
        </dgm:presLayoutVars>
      </dgm:prSet>
      <dgm:spPr/>
    </dgm:pt>
    <dgm:pt modelId="{63B600C2-8942-4543-B113-4411C0390B93}" type="pres">
      <dgm:prSet presAssocID="{CEB886DD-9AEC-4441-969F-ED493464236C}" presName="sibTrans" presStyleCnt="0"/>
      <dgm:spPr/>
    </dgm:pt>
    <dgm:pt modelId="{5BA11091-5E3D-4C2B-B43F-B971872B31E8}" type="pres">
      <dgm:prSet presAssocID="{DB310B4E-03DA-4388-83A6-208F08F1DAA1}" presName="compNode" presStyleCnt="0"/>
      <dgm:spPr/>
    </dgm:pt>
    <dgm:pt modelId="{FF177205-7DFB-480D-91B8-3EAA538C8C5D}" type="pres">
      <dgm:prSet presAssocID="{DB310B4E-03DA-4388-83A6-208F08F1DAA1}" presName="bgRect" presStyleLbl="bgShp" presStyleIdx="1" presStyleCnt="5"/>
      <dgm:spPr/>
    </dgm:pt>
    <dgm:pt modelId="{BB1BCDB1-0E13-4BC7-B2E5-F2328BCE7209}" type="pres">
      <dgm:prSet presAssocID="{DB310B4E-03DA-4388-83A6-208F08F1DAA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F2AFA774-6CD6-4F9A-B7D5-A0B7D6E41C11}" type="pres">
      <dgm:prSet presAssocID="{DB310B4E-03DA-4388-83A6-208F08F1DAA1}" presName="spaceRect" presStyleCnt="0"/>
      <dgm:spPr/>
    </dgm:pt>
    <dgm:pt modelId="{1F770B7E-858B-4E53-BD01-1A3DCEEF76F1}" type="pres">
      <dgm:prSet presAssocID="{DB310B4E-03DA-4388-83A6-208F08F1DAA1}" presName="parTx" presStyleLbl="revTx" presStyleIdx="1" presStyleCnt="6">
        <dgm:presLayoutVars>
          <dgm:chMax val="0"/>
          <dgm:chPref val="0"/>
        </dgm:presLayoutVars>
      </dgm:prSet>
      <dgm:spPr/>
    </dgm:pt>
    <dgm:pt modelId="{782C96EE-B42C-43F2-836E-2AB37E1A0BF8}" type="pres">
      <dgm:prSet presAssocID="{70847828-C5E4-4847-A1B8-BEE16B0CE879}" presName="sibTrans" presStyleCnt="0"/>
      <dgm:spPr/>
    </dgm:pt>
    <dgm:pt modelId="{C8A3C927-AE1B-4694-8303-4B2CDA941EC4}" type="pres">
      <dgm:prSet presAssocID="{BE718B68-6254-437F-A471-71630430B128}" presName="compNode" presStyleCnt="0"/>
      <dgm:spPr/>
    </dgm:pt>
    <dgm:pt modelId="{DE549827-BB67-4712-9EBB-FFD8669B7223}" type="pres">
      <dgm:prSet presAssocID="{BE718B68-6254-437F-A471-71630430B128}" presName="bgRect" presStyleLbl="bgShp" presStyleIdx="2" presStyleCnt="5"/>
      <dgm:spPr/>
    </dgm:pt>
    <dgm:pt modelId="{E539628E-65A5-40FD-AECD-53962C72F39F}" type="pres">
      <dgm:prSet presAssocID="{BE718B68-6254-437F-A471-71630430B12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49C50CB-2393-4358-9512-FE48F1F905B6}" type="pres">
      <dgm:prSet presAssocID="{BE718B68-6254-437F-A471-71630430B128}" presName="spaceRect" presStyleCnt="0"/>
      <dgm:spPr/>
    </dgm:pt>
    <dgm:pt modelId="{8E12F0EC-59A8-4A70-B7FD-CAADEA1B2CD4}" type="pres">
      <dgm:prSet presAssocID="{BE718B68-6254-437F-A471-71630430B128}" presName="parTx" presStyleLbl="revTx" presStyleIdx="2" presStyleCnt="6">
        <dgm:presLayoutVars>
          <dgm:chMax val="0"/>
          <dgm:chPref val="0"/>
        </dgm:presLayoutVars>
      </dgm:prSet>
      <dgm:spPr/>
    </dgm:pt>
    <dgm:pt modelId="{A3D423BC-784C-49F5-B412-E98AF4C76FEB}" type="pres">
      <dgm:prSet presAssocID="{BE718B68-6254-437F-A471-71630430B128}" presName="desTx" presStyleLbl="revTx" presStyleIdx="3" presStyleCnt="6">
        <dgm:presLayoutVars/>
      </dgm:prSet>
      <dgm:spPr/>
    </dgm:pt>
    <dgm:pt modelId="{52ADFEDD-70D7-42BA-BE35-967B622C37C2}" type="pres">
      <dgm:prSet presAssocID="{BEC2943B-C13D-4585-9217-9AC4517D777B}" presName="sibTrans" presStyleCnt="0"/>
      <dgm:spPr/>
    </dgm:pt>
    <dgm:pt modelId="{2E76DC3E-A65D-4281-8196-B8C1CE87FCD8}" type="pres">
      <dgm:prSet presAssocID="{A82F56A5-2AE7-46A0-AFA6-36553F18FC97}" presName="compNode" presStyleCnt="0"/>
      <dgm:spPr/>
    </dgm:pt>
    <dgm:pt modelId="{F7933143-9A49-40C1-8DAB-D1AFB0C62BEE}" type="pres">
      <dgm:prSet presAssocID="{A82F56A5-2AE7-46A0-AFA6-36553F18FC97}" presName="bgRect" presStyleLbl="bgShp" presStyleIdx="3" presStyleCnt="5"/>
      <dgm:spPr/>
    </dgm:pt>
    <dgm:pt modelId="{C85AECFA-FEA3-4550-A4C7-36A60CCA9FE4}" type="pres">
      <dgm:prSet presAssocID="{A82F56A5-2AE7-46A0-AFA6-36553F18FC9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6FF6B101-CB5E-4E01-B839-E8E49CE39803}" type="pres">
      <dgm:prSet presAssocID="{A82F56A5-2AE7-46A0-AFA6-36553F18FC97}" presName="spaceRect" presStyleCnt="0"/>
      <dgm:spPr/>
    </dgm:pt>
    <dgm:pt modelId="{33FA177D-95BD-4FAC-BA30-2B913E9BCE5C}" type="pres">
      <dgm:prSet presAssocID="{A82F56A5-2AE7-46A0-AFA6-36553F18FC97}" presName="parTx" presStyleLbl="revTx" presStyleIdx="4" presStyleCnt="6">
        <dgm:presLayoutVars>
          <dgm:chMax val="0"/>
          <dgm:chPref val="0"/>
        </dgm:presLayoutVars>
      </dgm:prSet>
      <dgm:spPr/>
    </dgm:pt>
    <dgm:pt modelId="{5D78042F-9055-45F9-A67B-7C4B27F54776}" type="pres">
      <dgm:prSet presAssocID="{19F49E74-8D46-4D1A-8083-65465DA77E4A}" presName="sibTrans" presStyleCnt="0"/>
      <dgm:spPr/>
    </dgm:pt>
    <dgm:pt modelId="{BB16BC89-B3D5-43F3-B5FA-620577C62234}" type="pres">
      <dgm:prSet presAssocID="{C57BA391-B6B5-4825-B4DC-89AB77DCA6E5}" presName="compNode" presStyleCnt="0"/>
      <dgm:spPr/>
    </dgm:pt>
    <dgm:pt modelId="{1F3808D5-A72F-45A8-92C8-FA1B474B319A}" type="pres">
      <dgm:prSet presAssocID="{C57BA391-B6B5-4825-B4DC-89AB77DCA6E5}" presName="bgRect" presStyleLbl="bgShp" presStyleIdx="4" presStyleCnt="5"/>
      <dgm:spPr/>
    </dgm:pt>
    <dgm:pt modelId="{1A91CEAE-3385-4A37-98A8-D27A7B72CB1D}" type="pres">
      <dgm:prSet presAssocID="{C57BA391-B6B5-4825-B4DC-89AB77DCA6E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82536BE0-D4A8-43B6-92BA-8451DDECFDEF}" type="pres">
      <dgm:prSet presAssocID="{C57BA391-B6B5-4825-B4DC-89AB77DCA6E5}" presName="spaceRect" presStyleCnt="0"/>
      <dgm:spPr/>
    </dgm:pt>
    <dgm:pt modelId="{926DF759-AE58-4480-8CB4-3F342FBC8F04}" type="pres">
      <dgm:prSet presAssocID="{C57BA391-B6B5-4825-B4DC-89AB77DCA6E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DBF6519-1A0B-4A5E-B75F-2D63E40F15A5}" srcId="{E5B3A99E-2A61-4A7D-B0C5-688E39AA559F}" destId="{BE718B68-6254-437F-A471-71630430B128}" srcOrd="2" destOrd="0" parTransId="{979865D4-504D-492C-95DF-22FE8AF79F31}" sibTransId="{BEC2943B-C13D-4585-9217-9AC4517D777B}"/>
    <dgm:cxn modelId="{9B7BC622-39CC-4391-844D-BDC3805E5C4A}" srcId="{E5B3A99E-2A61-4A7D-B0C5-688E39AA559F}" destId="{DB8AE06F-889C-49B2-95CD-8D6D4D768A35}" srcOrd="0" destOrd="0" parTransId="{3BA92EB8-C77A-40FA-A855-356A28343B4F}" sibTransId="{CEB886DD-9AEC-4441-969F-ED493464236C}"/>
    <dgm:cxn modelId="{EE3C4C36-61B9-497F-B05C-6735D64C288C}" type="presOf" srcId="{BE718B68-6254-437F-A471-71630430B128}" destId="{8E12F0EC-59A8-4A70-B7FD-CAADEA1B2CD4}" srcOrd="0" destOrd="0" presId="urn:microsoft.com/office/officeart/2018/2/layout/IconVerticalSolidList"/>
    <dgm:cxn modelId="{DD5D1539-F0C4-4CD1-A61E-2E71AD0F32E1}" type="presOf" srcId="{E5B3A99E-2A61-4A7D-B0C5-688E39AA559F}" destId="{C9845E67-63EC-4E8B-9219-05979F5BD0E1}" srcOrd="0" destOrd="0" presId="urn:microsoft.com/office/officeart/2018/2/layout/IconVerticalSolidList"/>
    <dgm:cxn modelId="{83E8D04B-2673-4953-AE0A-67B3FCFF8D80}" srcId="{E5B3A99E-2A61-4A7D-B0C5-688E39AA559F}" destId="{C57BA391-B6B5-4825-B4DC-89AB77DCA6E5}" srcOrd="4" destOrd="0" parTransId="{6DA12DB7-8FF8-4DC9-9472-2AFE1812CD55}" sibTransId="{DADA1087-7E2A-49B8-8696-21899D5D8F04}"/>
    <dgm:cxn modelId="{44B7C261-FE2E-4F5A-A2E9-3C0CAFCF14DB}" srcId="{E5B3A99E-2A61-4A7D-B0C5-688E39AA559F}" destId="{DB310B4E-03DA-4388-83A6-208F08F1DAA1}" srcOrd="1" destOrd="0" parTransId="{B58D0687-152B-4986-849F-8CE7AB7E8271}" sibTransId="{70847828-C5E4-4847-A1B8-BEE16B0CE879}"/>
    <dgm:cxn modelId="{E8166466-CE29-4AF0-BB3F-3A67B9CF0E63}" type="presOf" srcId="{DB310B4E-03DA-4388-83A6-208F08F1DAA1}" destId="{1F770B7E-858B-4E53-BD01-1A3DCEEF76F1}" srcOrd="0" destOrd="0" presId="urn:microsoft.com/office/officeart/2018/2/layout/IconVerticalSolidList"/>
    <dgm:cxn modelId="{8A3AD089-2FE5-417A-A564-09F20C17E556}" type="presOf" srcId="{C57BA391-B6B5-4825-B4DC-89AB77DCA6E5}" destId="{926DF759-AE58-4480-8CB4-3F342FBC8F04}" srcOrd="0" destOrd="0" presId="urn:microsoft.com/office/officeart/2018/2/layout/IconVerticalSolidList"/>
    <dgm:cxn modelId="{D9A30CA9-8943-423D-AFAD-FBAA79C51D74}" type="presOf" srcId="{DB8AE06F-889C-49B2-95CD-8D6D4D768A35}" destId="{E96AD1D3-316B-48F4-B446-891551BDB5F8}" srcOrd="0" destOrd="0" presId="urn:microsoft.com/office/officeart/2018/2/layout/IconVerticalSolidList"/>
    <dgm:cxn modelId="{712D63AF-2848-49A5-ADA2-67814AF82562}" srcId="{E5B3A99E-2A61-4A7D-B0C5-688E39AA559F}" destId="{A82F56A5-2AE7-46A0-AFA6-36553F18FC97}" srcOrd="3" destOrd="0" parTransId="{308D9403-FBEF-4A52-BCAD-B88B12684CB0}" sibTransId="{19F49E74-8D46-4D1A-8083-65465DA77E4A}"/>
    <dgm:cxn modelId="{768A74C4-01C9-48E1-B578-590C6D9E871C}" type="presOf" srcId="{04E1A46A-8E4E-46CA-8497-D76DC4A5EA66}" destId="{A3D423BC-784C-49F5-B412-E98AF4C76FEB}" srcOrd="0" destOrd="0" presId="urn:microsoft.com/office/officeart/2018/2/layout/IconVerticalSolidList"/>
    <dgm:cxn modelId="{4D5BF5D4-AEE9-478F-B68A-AFBF80972FEA}" type="presOf" srcId="{A82F56A5-2AE7-46A0-AFA6-36553F18FC97}" destId="{33FA177D-95BD-4FAC-BA30-2B913E9BCE5C}" srcOrd="0" destOrd="0" presId="urn:microsoft.com/office/officeart/2018/2/layout/IconVerticalSolidList"/>
    <dgm:cxn modelId="{13FD6EFF-B3C7-4CB1-B9E2-C2EB76A3F31D}" srcId="{BE718B68-6254-437F-A471-71630430B128}" destId="{04E1A46A-8E4E-46CA-8497-D76DC4A5EA66}" srcOrd="0" destOrd="0" parTransId="{288710AA-C6F9-46DB-A52B-264D2805AA17}" sibTransId="{89B1CA07-8500-46F4-8189-2EB3EFF38EB3}"/>
    <dgm:cxn modelId="{A0CB5F7E-7AE5-43B5-BF42-FCA3E7EE0BB1}" type="presParOf" srcId="{C9845E67-63EC-4E8B-9219-05979F5BD0E1}" destId="{CB6785A6-F372-4B55-8C05-93B33461DC2C}" srcOrd="0" destOrd="0" presId="urn:microsoft.com/office/officeart/2018/2/layout/IconVerticalSolidList"/>
    <dgm:cxn modelId="{E19C1D16-B2FB-49DE-AE2F-6FF953707D94}" type="presParOf" srcId="{CB6785A6-F372-4B55-8C05-93B33461DC2C}" destId="{CB340BE8-667D-404D-8050-17EF88C1A415}" srcOrd="0" destOrd="0" presId="urn:microsoft.com/office/officeart/2018/2/layout/IconVerticalSolidList"/>
    <dgm:cxn modelId="{C07370A1-98B8-41A6-B790-32E861685657}" type="presParOf" srcId="{CB6785A6-F372-4B55-8C05-93B33461DC2C}" destId="{19F6E9BA-D710-4461-AEDF-F4255576EDD0}" srcOrd="1" destOrd="0" presId="urn:microsoft.com/office/officeart/2018/2/layout/IconVerticalSolidList"/>
    <dgm:cxn modelId="{91FDEECF-938B-43BC-A8C5-4461F062D757}" type="presParOf" srcId="{CB6785A6-F372-4B55-8C05-93B33461DC2C}" destId="{E83217FE-2B18-477A-8A7D-D237681158FA}" srcOrd="2" destOrd="0" presId="urn:microsoft.com/office/officeart/2018/2/layout/IconVerticalSolidList"/>
    <dgm:cxn modelId="{4D5514AB-E763-4FEF-A9F2-080E7B0D5F2C}" type="presParOf" srcId="{CB6785A6-F372-4B55-8C05-93B33461DC2C}" destId="{E96AD1D3-316B-48F4-B446-891551BDB5F8}" srcOrd="3" destOrd="0" presId="urn:microsoft.com/office/officeart/2018/2/layout/IconVerticalSolidList"/>
    <dgm:cxn modelId="{8EE104D3-13B6-4577-B4F1-0573E418F1B8}" type="presParOf" srcId="{C9845E67-63EC-4E8B-9219-05979F5BD0E1}" destId="{63B600C2-8942-4543-B113-4411C0390B93}" srcOrd="1" destOrd="0" presId="urn:microsoft.com/office/officeart/2018/2/layout/IconVerticalSolidList"/>
    <dgm:cxn modelId="{68F1ABDA-19C9-45B4-BA2F-B588662DCA06}" type="presParOf" srcId="{C9845E67-63EC-4E8B-9219-05979F5BD0E1}" destId="{5BA11091-5E3D-4C2B-B43F-B971872B31E8}" srcOrd="2" destOrd="0" presId="urn:microsoft.com/office/officeart/2018/2/layout/IconVerticalSolidList"/>
    <dgm:cxn modelId="{257DDF0D-981A-432B-9EC8-0C61E2F8E8BE}" type="presParOf" srcId="{5BA11091-5E3D-4C2B-B43F-B971872B31E8}" destId="{FF177205-7DFB-480D-91B8-3EAA538C8C5D}" srcOrd="0" destOrd="0" presId="urn:microsoft.com/office/officeart/2018/2/layout/IconVerticalSolidList"/>
    <dgm:cxn modelId="{CDDD8EAE-62C4-42E4-84EE-631B9DFA965C}" type="presParOf" srcId="{5BA11091-5E3D-4C2B-B43F-B971872B31E8}" destId="{BB1BCDB1-0E13-4BC7-B2E5-F2328BCE7209}" srcOrd="1" destOrd="0" presId="urn:microsoft.com/office/officeart/2018/2/layout/IconVerticalSolidList"/>
    <dgm:cxn modelId="{B06998FC-01B7-45F9-ABAE-AA36A831FB48}" type="presParOf" srcId="{5BA11091-5E3D-4C2B-B43F-B971872B31E8}" destId="{F2AFA774-6CD6-4F9A-B7D5-A0B7D6E41C11}" srcOrd="2" destOrd="0" presId="urn:microsoft.com/office/officeart/2018/2/layout/IconVerticalSolidList"/>
    <dgm:cxn modelId="{3678DB98-A211-4400-BFD4-CF886EE6FA5C}" type="presParOf" srcId="{5BA11091-5E3D-4C2B-B43F-B971872B31E8}" destId="{1F770B7E-858B-4E53-BD01-1A3DCEEF76F1}" srcOrd="3" destOrd="0" presId="urn:microsoft.com/office/officeart/2018/2/layout/IconVerticalSolidList"/>
    <dgm:cxn modelId="{A30D1C79-8DF3-42DE-8403-1DE6DA4DC256}" type="presParOf" srcId="{C9845E67-63EC-4E8B-9219-05979F5BD0E1}" destId="{782C96EE-B42C-43F2-836E-2AB37E1A0BF8}" srcOrd="3" destOrd="0" presId="urn:microsoft.com/office/officeart/2018/2/layout/IconVerticalSolidList"/>
    <dgm:cxn modelId="{77175A92-373F-439B-BF2A-45FD5447ED9F}" type="presParOf" srcId="{C9845E67-63EC-4E8B-9219-05979F5BD0E1}" destId="{C8A3C927-AE1B-4694-8303-4B2CDA941EC4}" srcOrd="4" destOrd="0" presId="urn:microsoft.com/office/officeart/2018/2/layout/IconVerticalSolidList"/>
    <dgm:cxn modelId="{057188C0-5E98-4884-B8E9-E37D9E7BEFC7}" type="presParOf" srcId="{C8A3C927-AE1B-4694-8303-4B2CDA941EC4}" destId="{DE549827-BB67-4712-9EBB-FFD8669B7223}" srcOrd="0" destOrd="0" presId="urn:microsoft.com/office/officeart/2018/2/layout/IconVerticalSolidList"/>
    <dgm:cxn modelId="{A46D5DDB-929D-4F93-8D48-B8EB871E20CD}" type="presParOf" srcId="{C8A3C927-AE1B-4694-8303-4B2CDA941EC4}" destId="{E539628E-65A5-40FD-AECD-53962C72F39F}" srcOrd="1" destOrd="0" presId="urn:microsoft.com/office/officeart/2018/2/layout/IconVerticalSolidList"/>
    <dgm:cxn modelId="{CDD0007E-CA94-4792-B7D2-A38E203EE557}" type="presParOf" srcId="{C8A3C927-AE1B-4694-8303-4B2CDA941EC4}" destId="{849C50CB-2393-4358-9512-FE48F1F905B6}" srcOrd="2" destOrd="0" presId="urn:microsoft.com/office/officeart/2018/2/layout/IconVerticalSolidList"/>
    <dgm:cxn modelId="{4DE0C32E-9429-4983-AD3B-4498C768A67C}" type="presParOf" srcId="{C8A3C927-AE1B-4694-8303-4B2CDA941EC4}" destId="{8E12F0EC-59A8-4A70-B7FD-CAADEA1B2CD4}" srcOrd="3" destOrd="0" presId="urn:microsoft.com/office/officeart/2018/2/layout/IconVerticalSolidList"/>
    <dgm:cxn modelId="{81A93703-E413-4DF9-91AA-DEAD423779BB}" type="presParOf" srcId="{C8A3C927-AE1B-4694-8303-4B2CDA941EC4}" destId="{A3D423BC-784C-49F5-B412-E98AF4C76FEB}" srcOrd="4" destOrd="0" presId="urn:microsoft.com/office/officeart/2018/2/layout/IconVerticalSolidList"/>
    <dgm:cxn modelId="{AE757021-3806-407A-8D0C-1C19C8006273}" type="presParOf" srcId="{C9845E67-63EC-4E8B-9219-05979F5BD0E1}" destId="{52ADFEDD-70D7-42BA-BE35-967B622C37C2}" srcOrd="5" destOrd="0" presId="urn:microsoft.com/office/officeart/2018/2/layout/IconVerticalSolidList"/>
    <dgm:cxn modelId="{2C0E5E52-E747-49D7-B6FA-47E64F82E345}" type="presParOf" srcId="{C9845E67-63EC-4E8B-9219-05979F5BD0E1}" destId="{2E76DC3E-A65D-4281-8196-B8C1CE87FCD8}" srcOrd="6" destOrd="0" presId="urn:microsoft.com/office/officeart/2018/2/layout/IconVerticalSolidList"/>
    <dgm:cxn modelId="{BD75D3CA-0B05-432B-8AB0-09EB3096787C}" type="presParOf" srcId="{2E76DC3E-A65D-4281-8196-B8C1CE87FCD8}" destId="{F7933143-9A49-40C1-8DAB-D1AFB0C62BEE}" srcOrd="0" destOrd="0" presId="urn:microsoft.com/office/officeart/2018/2/layout/IconVerticalSolidList"/>
    <dgm:cxn modelId="{1DEAABC4-37E4-46BE-BE44-8FAD41A0B92B}" type="presParOf" srcId="{2E76DC3E-A65D-4281-8196-B8C1CE87FCD8}" destId="{C85AECFA-FEA3-4550-A4C7-36A60CCA9FE4}" srcOrd="1" destOrd="0" presId="urn:microsoft.com/office/officeart/2018/2/layout/IconVerticalSolidList"/>
    <dgm:cxn modelId="{7662946B-0C5F-4ADD-967E-64AE74403B10}" type="presParOf" srcId="{2E76DC3E-A65D-4281-8196-B8C1CE87FCD8}" destId="{6FF6B101-CB5E-4E01-B839-E8E49CE39803}" srcOrd="2" destOrd="0" presId="urn:microsoft.com/office/officeart/2018/2/layout/IconVerticalSolidList"/>
    <dgm:cxn modelId="{3A3C6610-B0EC-4223-BDE5-4C4AE064766D}" type="presParOf" srcId="{2E76DC3E-A65D-4281-8196-B8C1CE87FCD8}" destId="{33FA177D-95BD-4FAC-BA30-2B913E9BCE5C}" srcOrd="3" destOrd="0" presId="urn:microsoft.com/office/officeart/2018/2/layout/IconVerticalSolidList"/>
    <dgm:cxn modelId="{36B9D403-2305-4BE3-87E0-AE13ECBAEA8F}" type="presParOf" srcId="{C9845E67-63EC-4E8B-9219-05979F5BD0E1}" destId="{5D78042F-9055-45F9-A67B-7C4B27F54776}" srcOrd="7" destOrd="0" presId="urn:microsoft.com/office/officeart/2018/2/layout/IconVerticalSolidList"/>
    <dgm:cxn modelId="{CDD5DDBB-5C6D-417E-A283-5B66AB85D821}" type="presParOf" srcId="{C9845E67-63EC-4E8B-9219-05979F5BD0E1}" destId="{BB16BC89-B3D5-43F3-B5FA-620577C62234}" srcOrd="8" destOrd="0" presId="urn:microsoft.com/office/officeart/2018/2/layout/IconVerticalSolidList"/>
    <dgm:cxn modelId="{C0FFCB3D-C4B3-466E-8C23-D39AC5692A16}" type="presParOf" srcId="{BB16BC89-B3D5-43F3-B5FA-620577C62234}" destId="{1F3808D5-A72F-45A8-92C8-FA1B474B319A}" srcOrd="0" destOrd="0" presId="urn:microsoft.com/office/officeart/2018/2/layout/IconVerticalSolidList"/>
    <dgm:cxn modelId="{FCBFF78B-4711-4072-9D3B-4394C2725196}" type="presParOf" srcId="{BB16BC89-B3D5-43F3-B5FA-620577C62234}" destId="{1A91CEAE-3385-4A37-98A8-D27A7B72CB1D}" srcOrd="1" destOrd="0" presId="urn:microsoft.com/office/officeart/2018/2/layout/IconVerticalSolidList"/>
    <dgm:cxn modelId="{B75BC05E-701B-4D1D-A0DC-05F5B2B2644E}" type="presParOf" srcId="{BB16BC89-B3D5-43F3-B5FA-620577C62234}" destId="{82536BE0-D4A8-43B6-92BA-8451DDECFDEF}" srcOrd="2" destOrd="0" presId="urn:microsoft.com/office/officeart/2018/2/layout/IconVerticalSolidList"/>
    <dgm:cxn modelId="{38878748-C7C4-4F8D-B964-0E33DD593ED8}" type="presParOf" srcId="{BB16BC89-B3D5-43F3-B5FA-620577C62234}" destId="{926DF759-AE58-4480-8CB4-3F342FBC8F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ED1CAC-3408-4D10-8DBF-BCFED3F4DE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04B666-DF56-4FAA-9747-72B8197B9C8F}">
      <dgm:prSet/>
      <dgm:spPr/>
      <dgm:t>
        <a:bodyPr/>
        <a:lstStyle/>
        <a:p>
          <a:pPr algn="ctr"/>
          <a:r>
            <a:rPr lang="en-US" b="1" dirty="0"/>
            <a:t>How to list your preferences:</a:t>
          </a:r>
          <a:endParaRPr lang="en-US" dirty="0"/>
        </a:p>
      </dgm:t>
    </dgm:pt>
    <dgm:pt modelId="{1E5D07C2-7589-4B39-AECB-270F8C544521}" type="parTrans" cxnId="{0E2CE439-06D4-4301-B4A6-A10108C9B784}">
      <dgm:prSet/>
      <dgm:spPr/>
      <dgm:t>
        <a:bodyPr/>
        <a:lstStyle/>
        <a:p>
          <a:endParaRPr lang="en-US"/>
        </a:p>
      </dgm:t>
    </dgm:pt>
    <dgm:pt modelId="{31BA4FC9-CE65-4A20-AEF1-2F2ED2816ED5}" type="sibTrans" cxnId="{0E2CE439-06D4-4301-B4A6-A10108C9B784}">
      <dgm:prSet/>
      <dgm:spPr/>
      <dgm:t>
        <a:bodyPr/>
        <a:lstStyle/>
        <a:p>
          <a:endParaRPr lang="en-US"/>
        </a:p>
      </dgm:t>
    </dgm:pt>
    <dgm:pt modelId="{CBC0608F-506C-439F-9C16-B7D53295021C}">
      <dgm:prSet/>
      <dgm:spPr/>
      <dgm:t>
        <a:bodyPr/>
        <a:lstStyle/>
        <a:p>
          <a:r>
            <a:rPr lang="en-US" dirty="0"/>
            <a:t>Add your name to your product in the Teams tab</a:t>
          </a:r>
        </a:p>
      </dgm:t>
    </dgm:pt>
    <dgm:pt modelId="{357AE8AF-3C18-487B-B29D-CA14F36B0E0D}" type="parTrans" cxnId="{8882BCF7-7BE2-4EDF-AAE4-B8D0119D4E53}">
      <dgm:prSet/>
      <dgm:spPr/>
      <dgm:t>
        <a:bodyPr/>
        <a:lstStyle/>
        <a:p>
          <a:endParaRPr lang="en-US"/>
        </a:p>
      </dgm:t>
    </dgm:pt>
    <dgm:pt modelId="{272B0A2A-C4D1-428E-ABAD-4AD3F6BA2ED6}" type="sibTrans" cxnId="{8882BCF7-7BE2-4EDF-AAE4-B8D0119D4E53}">
      <dgm:prSet/>
      <dgm:spPr/>
      <dgm:t>
        <a:bodyPr/>
        <a:lstStyle/>
        <a:p>
          <a:endParaRPr lang="en-US"/>
        </a:p>
      </dgm:t>
    </dgm:pt>
    <dgm:pt modelId="{2C91EE4F-A9DE-4A6D-B6A3-486E9FCAD2D8}">
      <dgm:prSet/>
      <dgm:spPr/>
      <dgm:t>
        <a:bodyPr/>
        <a:lstStyle/>
        <a:p>
          <a:r>
            <a:rPr lang="en-US" dirty="0"/>
            <a:t>Add your choices to Dev 1 and Dev 2 in the Teams tab</a:t>
          </a:r>
        </a:p>
      </dgm:t>
    </dgm:pt>
    <dgm:pt modelId="{A6EE0F61-05FE-4128-857F-92191DBF239C}" type="parTrans" cxnId="{372C895C-0964-4E9C-9218-E1548F38AE06}">
      <dgm:prSet/>
      <dgm:spPr/>
      <dgm:t>
        <a:bodyPr/>
        <a:lstStyle/>
        <a:p>
          <a:endParaRPr lang="en-US"/>
        </a:p>
      </dgm:t>
    </dgm:pt>
    <dgm:pt modelId="{F8C43F65-B0D5-4040-8709-8F5A43F15EBD}" type="sibTrans" cxnId="{372C895C-0964-4E9C-9218-E1548F38AE06}">
      <dgm:prSet/>
      <dgm:spPr/>
      <dgm:t>
        <a:bodyPr/>
        <a:lstStyle/>
        <a:p>
          <a:endParaRPr lang="en-US"/>
        </a:p>
      </dgm:t>
    </dgm:pt>
    <dgm:pt modelId="{B2CB31D6-DC7A-4B86-B7D4-D06048A8A590}">
      <dgm:prSet/>
      <dgm:spPr/>
      <dgm:t>
        <a:bodyPr/>
        <a:lstStyle/>
        <a:p>
          <a:pPr algn="ctr"/>
          <a:r>
            <a:rPr lang="en-US" b="1" dirty="0"/>
            <a:t>How to mark claims:</a:t>
          </a:r>
          <a:endParaRPr lang="en-US" dirty="0"/>
        </a:p>
      </dgm:t>
    </dgm:pt>
    <dgm:pt modelId="{98C79919-DDD4-42F0-B112-C387FC61AA33}" type="parTrans" cxnId="{477B398E-ABF2-4BB7-A0FA-8EE0A4D54623}">
      <dgm:prSet/>
      <dgm:spPr/>
      <dgm:t>
        <a:bodyPr/>
        <a:lstStyle/>
        <a:p>
          <a:endParaRPr lang="en-US"/>
        </a:p>
      </dgm:t>
    </dgm:pt>
    <dgm:pt modelId="{1582DB6D-AD4D-42EE-A4ED-E59C31F27B37}" type="sibTrans" cxnId="{477B398E-ABF2-4BB7-A0FA-8EE0A4D54623}">
      <dgm:prSet/>
      <dgm:spPr/>
      <dgm:t>
        <a:bodyPr/>
        <a:lstStyle/>
        <a:p>
          <a:endParaRPr lang="en-US"/>
        </a:p>
      </dgm:t>
    </dgm:pt>
    <dgm:pt modelId="{09986B2B-9BC9-407E-83C0-B054194F9D0D}">
      <dgm:prSet/>
      <dgm:spPr/>
      <dgm:t>
        <a:bodyPr/>
        <a:lstStyle/>
        <a:p>
          <a:r>
            <a:rPr lang="en-US" dirty="0"/>
            <a:t>Add your project next to a cell in the Developers tab</a:t>
          </a:r>
        </a:p>
      </dgm:t>
    </dgm:pt>
    <dgm:pt modelId="{4D7C85C8-A20E-4397-826A-11F8253E2A39}" type="parTrans" cxnId="{43CE8D63-CD8D-446C-A23B-B4369DAD713A}">
      <dgm:prSet/>
      <dgm:spPr/>
      <dgm:t>
        <a:bodyPr/>
        <a:lstStyle/>
        <a:p>
          <a:endParaRPr lang="en-US"/>
        </a:p>
      </dgm:t>
    </dgm:pt>
    <dgm:pt modelId="{63643AED-A39B-46A3-A74F-7CCCEC221EBF}" type="sibTrans" cxnId="{43CE8D63-CD8D-446C-A23B-B4369DAD713A}">
      <dgm:prSet/>
      <dgm:spPr/>
      <dgm:t>
        <a:bodyPr/>
        <a:lstStyle/>
        <a:p>
          <a:endParaRPr lang="en-US"/>
        </a:p>
      </dgm:t>
    </dgm:pt>
    <dgm:pt modelId="{D6D84A0A-5A60-4E71-B83D-A59FCD2C96BB}">
      <dgm:prSet/>
      <dgm:spPr/>
      <dgm:t>
        <a:bodyPr/>
        <a:lstStyle/>
        <a:p>
          <a:r>
            <a:rPr lang="en-US"/>
            <a:t>Multiple claims = conflict to resolve in Phase 2</a:t>
          </a:r>
        </a:p>
      </dgm:t>
    </dgm:pt>
    <dgm:pt modelId="{41C4AB23-05D5-49AF-A3FC-72979152BCF9}" type="parTrans" cxnId="{46F06514-0C3E-4322-B708-F9E263365543}">
      <dgm:prSet/>
      <dgm:spPr/>
      <dgm:t>
        <a:bodyPr/>
        <a:lstStyle/>
        <a:p>
          <a:endParaRPr lang="en-US"/>
        </a:p>
      </dgm:t>
    </dgm:pt>
    <dgm:pt modelId="{0A67715F-C02C-4BEA-8951-DD738B3E7211}" type="sibTrans" cxnId="{46F06514-0C3E-4322-B708-F9E263365543}">
      <dgm:prSet/>
      <dgm:spPr/>
      <dgm:t>
        <a:bodyPr/>
        <a:lstStyle/>
        <a:p>
          <a:endParaRPr lang="en-US"/>
        </a:p>
      </dgm:t>
    </dgm:pt>
    <dgm:pt modelId="{2B556F5D-1DA2-B940-A4DE-8D9331CC7C8D}">
      <dgm:prSet/>
      <dgm:spPr/>
      <dgm:t>
        <a:bodyPr/>
        <a:lstStyle/>
        <a:p>
          <a:endParaRPr lang="en-US" dirty="0"/>
        </a:p>
      </dgm:t>
    </dgm:pt>
    <dgm:pt modelId="{E846345A-2443-7548-BE58-49144F5A6F94}" type="parTrans" cxnId="{C1F1DA05-9C3D-614A-9B52-4DEF4D4D0484}">
      <dgm:prSet/>
      <dgm:spPr/>
      <dgm:t>
        <a:bodyPr/>
        <a:lstStyle/>
        <a:p>
          <a:endParaRPr lang="en-US"/>
        </a:p>
      </dgm:t>
    </dgm:pt>
    <dgm:pt modelId="{3F593702-9A92-6C44-A9B3-52F6C99FE025}" type="sibTrans" cxnId="{C1F1DA05-9C3D-614A-9B52-4DEF4D4D0484}">
      <dgm:prSet/>
      <dgm:spPr/>
      <dgm:t>
        <a:bodyPr/>
        <a:lstStyle/>
        <a:p>
          <a:endParaRPr lang="en-US"/>
        </a:p>
      </dgm:t>
    </dgm:pt>
    <dgm:pt modelId="{8AB066B0-8213-2F40-8254-50001126E7BF}">
      <dgm:prSet/>
      <dgm:spPr/>
      <dgm:t>
        <a:bodyPr/>
        <a:lstStyle/>
        <a:p>
          <a:endParaRPr lang="en-US" dirty="0"/>
        </a:p>
      </dgm:t>
    </dgm:pt>
    <dgm:pt modelId="{AB9FF254-DE19-724A-BC1F-1BC30199E38F}" type="parTrans" cxnId="{4315E79D-3DCA-1E45-A9BB-BAB033AA5C50}">
      <dgm:prSet/>
      <dgm:spPr/>
      <dgm:t>
        <a:bodyPr/>
        <a:lstStyle/>
        <a:p>
          <a:endParaRPr lang="en-US"/>
        </a:p>
      </dgm:t>
    </dgm:pt>
    <dgm:pt modelId="{8B91222C-8DF9-3F4D-A388-0337ECF97FCF}" type="sibTrans" cxnId="{4315E79D-3DCA-1E45-A9BB-BAB033AA5C50}">
      <dgm:prSet/>
      <dgm:spPr/>
      <dgm:t>
        <a:bodyPr/>
        <a:lstStyle/>
        <a:p>
          <a:endParaRPr lang="en-US"/>
        </a:p>
      </dgm:t>
    </dgm:pt>
    <dgm:pt modelId="{4F8F9E86-E23C-A345-A304-DDD521A29432}">
      <dgm:prSet/>
      <dgm:spPr/>
      <dgm:t>
        <a:bodyPr/>
        <a:lstStyle/>
        <a:p>
          <a:endParaRPr lang="en-US" dirty="0"/>
        </a:p>
      </dgm:t>
    </dgm:pt>
    <dgm:pt modelId="{FD162CEF-6D1B-8340-8635-A384CBD51C1B}" type="parTrans" cxnId="{45AE1189-B235-5D4F-9DA9-242B6A76016F}">
      <dgm:prSet/>
      <dgm:spPr/>
      <dgm:t>
        <a:bodyPr/>
        <a:lstStyle/>
        <a:p>
          <a:endParaRPr lang="en-US"/>
        </a:p>
      </dgm:t>
    </dgm:pt>
    <dgm:pt modelId="{F73BD26D-8266-2D48-9ED0-8FD5DA6F8DA6}" type="sibTrans" cxnId="{45AE1189-B235-5D4F-9DA9-242B6A76016F}">
      <dgm:prSet/>
      <dgm:spPr/>
      <dgm:t>
        <a:bodyPr/>
        <a:lstStyle/>
        <a:p>
          <a:endParaRPr lang="en-US"/>
        </a:p>
      </dgm:t>
    </dgm:pt>
    <dgm:pt modelId="{3F60B5F5-3C93-EA44-9F12-4B27C9DA132C}">
      <dgm:prSet/>
      <dgm:spPr/>
      <dgm:t>
        <a:bodyPr/>
        <a:lstStyle/>
        <a:p>
          <a:endParaRPr lang="en-US" dirty="0"/>
        </a:p>
      </dgm:t>
    </dgm:pt>
    <dgm:pt modelId="{34DDD8BD-8F7B-9B4A-A2B5-DDC2BA0BBC15}" type="parTrans" cxnId="{D8685D48-FDFA-6D43-9A30-2A5ECF1D5C88}">
      <dgm:prSet/>
      <dgm:spPr/>
      <dgm:t>
        <a:bodyPr/>
        <a:lstStyle/>
        <a:p>
          <a:endParaRPr lang="en-US"/>
        </a:p>
      </dgm:t>
    </dgm:pt>
    <dgm:pt modelId="{14F3632B-71C6-6B43-8685-EC5D48A1C856}" type="sibTrans" cxnId="{D8685D48-FDFA-6D43-9A30-2A5ECF1D5C88}">
      <dgm:prSet/>
      <dgm:spPr/>
      <dgm:t>
        <a:bodyPr/>
        <a:lstStyle/>
        <a:p>
          <a:endParaRPr lang="en-US"/>
        </a:p>
      </dgm:t>
    </dgm:pt>
    <dgm:pt modelId="{9E03AF23-A82B-0345-A90A-4FC1BBA3B1FB}" type="pres">
      <dgm:prSet presAssocID="{F1ED1CAC-3408-4D10-8DBF-BCFED3F4DE0B}" presName="linear" presStyleCnt="0">
        <dgm:presLayoutVars>
          <dgm:animLvl val="lvl"/>
          <dgm:resizeHandles val="exact"/>
        </dgm:presLayoutVars>
      </dgm:prSet>
      <dgm:spPr/>
    </dgm:pt>
    <dgm:pt modelId="{8A1D9885-8B7A-C040-8EA9-D49CA9324B10}" type="pres">
      <dgm:prSet presAssocID="{BE04B666-DF56-4FAA-9747-72B8197B9C8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AA10294-0BA5-CD49-B400-D2362613C717}" type="pres">
      <dgm:prSet presAssocID="{31BA4FC9-CE65-4A20-AEF1-2F2ED2816ED5}" presName="spacer" presStyleCnt="0"/>
      <dgm:spPr/>
    </dgm:pt>
    <dgm:pt modelId="{F97EE4C5-D9F6-D64B-BEA0-33ED98375D95}" type="pres">
      <dgm:prSet presAssocID="{CBC0608F-506C-439F-9C16-B7D53295021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3850B03-E86D-3742-A5CF-7FA94F0E4C7A}" type="pres">
      <dgm:prSet presAssocID="{272B0A2A-C4D1-428E-ABAD-4AD3F6BA2ED6}" presName="spacer" presStyleCnt="0"/>
      <dgm:spPr/>
    </dgm:pt>
    <dgm:pt modelId="{9D557E8C-48ED-EB4B-9F33-724F101A1446}" type="pres">
      <dgm:prSet presAssocID="{2C91EE4F-A9DE-4A6D-B6A3-486E9FCAD2D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D934B73-1A46-674A-B92F-E45135DD2E56}" type="pres">
      <dgm:prSet presAssocID="{2C91EE4F-A9DE-4A6D-B6A3-486E9FCAD2D8}" presName="childText" presStyleLbl="revTx" presStyleIdx="0" presStyleCnt="1">
        <dgm:presLayoutVars>
          <dgm:bulletEnabled val="1"/>
        </dgm:presLayoutVars>
      </dgm:prSet>
      <dgm:spPr/>
    </dgm:pt>
    <dgm:pt modelId="{ECF0089A-79A8-F543-A280-E0119E468229}" type="pres">
      <dgm:prSet presAssocID="{B2CB31D6-DC7A-4B86-B7D4-D06048A8A59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619004C-5A54-3247-84EF-2A211EF2EE60}" type="pres">
      <dgm:prSet presAssocID="{1582DB6D-AD4D-42EE-A4ED-E59C31F27B37}" presName="spacer" presStyleCnt="0"/>
      <dgm:spPr/>
    </dgm:pt>
    <dgm:pt modelId="{62531ED3-850B-F14D-B03B-CE28E27A9EAA}" type="pres">
      <dgm:prSet presAssocID="{09986B2B-9BC9-407E-83C0-B054194F9D0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E1FC76D-693A-E94A-8C40-C8FA333A14F5}" type="pres">
      <dgm:prSet presAssocID="{63643AED-A39B-46A3-A74F-7CCCEC221EBF}" presName="spacer" presStyleCnt="0"/>
      <dgm:spPr/>
    </dgm:pt>
    <dgm:pt modelId="{F3EA06E9-A47C-F04A-BB5E-4DB4344572F8}" type="pres">
      <dgm:prSet presAssocID="{D6D84A0A-5A60-4E71-B83D-A59FCD2C96B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F63B003-E79A-5745-AC6C-F41DDFF5C94A}" type="presOf" srcId="{CBC0608F-506C-439F-9C16-B7D53295021C}" destId="{F97EE4C5-D9F6-D64B-BEA0-33ED98375D95}" srcOrd="0" destOrd="0" presId="urn:microsoft.com/office/officeart/2005/8/layout/vList2"/>
    <dgm:cxn modelId="{C1F1DA05-9C3D-614A-9B52-4DEF4D4D0484}" srcId="{2C91EE4F-A9DE-4A6D-B6A3-486E9FCAD2D8}" destId="{2B556F5D-1DA2-B940-A4DE-8D9331CC7C8D}" srcOrd="3" destOrd="0" parTransId="{E846345A-2443-7548-BE58-49144F5A6F94}" sibTransId="{3F593702-9A92-6C44-A9B3-52F6C99FE025}"/>
    <dgm:cxn modelId="{0711B012-7222-C342-8491-916ECF1D207F}" type="presOf" srcId="{2C91EE4F-A9DE-4A6D-B6A3-486E9FCAD2D8}" destId="{9D557E8C-48ED-EB4B-9F33-724F101A1446}" srcOrd="0" destOrd="0" presId="urn:microsoft.com/office/officeart/2005/8/layout/vList2"/>
    <dgm:cxn modelId="{D1006113-346B-8641-BE55-A2D7B696837E}" type="presOf" srcId="{2B556F5D-1DA2-B940-A4DE-8D9331CC7C8D}" destId="{4D934B73-1A46-674A-B92F-E45135DD2E56}" srcOrd="0" destOrd="3" presId="urn:microsoft.com/office/officeart/2005/8/layout/vList2"/>
    <dgm:cxn modelId="{46F06514-0C3E-4322-B708-F9E263365543}" srcId="{F1ED1CAC-3408-4D10-8DBF-BCFED3F4DE0B}" destId="{D6D84A0A-5A60-4E71-B83D-A59FCD2C96BB}" srcOrd="5" destOrd="0" parTransId="{41C4AB23-05D5-49AF-A3FC-72979152BCF9}" sibTransId="{0A67715F-C02C-4BEA-8951-DD738B3E7211}"/>
    <dgm:cxn modelId="{5997B71F-E284-3A4C-A5C4-9247C28E15C3}" type="presOf" srcId="{3F60B5F5-3C93-EA44-9F12-4B27C9DA132C}" destId="{4D934B73-1A46-674A-B92F-E45135DD2E56}" srcOrd="0" destOrd="2" presId="urn:microsoft.com/office/officeart/2005/8/layout/vList2"/>
    <dgm:cxn modelId="{0E2CE439-06D4-4301-B4A6-A10108C9B784}" srcId="{F1ED1CAC-3408-4D10-8DBF-BCFED3F4DE0B}" destId="{BE04B666-DF56-4FAA-9747-72B8197B9C8F}" srcOrd="0" destOrd="0" parTransId="{1E5D07C2-7589-4B39-AECB-270F8C544521}" sibTransId="{31BA4FC9-CE65-4A20-AEF1-2F2ED2816ED5}"/>
    <dgm:cxn modelId="{D8685D48-FDFA-6D43-9A30-2A5ECF1D5C88}" srcId="{2C91EE4F-A9DE-4A6D-B6A3-486E9FCAD2D8}" destId="{3F60B5F5-3C93-EA44-9F12-4B27C9DA132C}" srcOrd="2" destOrd="0" parTransId="{34DDD8BD-8F7B-9B4A-A2B5-DDC2BA0BBC15}" sibTransId="{14F3632B-71C6-6B43-8685-EC5D48A1C856}"/>
    <dgm:cxn modelId="{372C895C-0964-4E9C-9218-E1548F38AE06}" srcId="{F1ED1CAC-3408-4D10-8DBF-BCFED3F4DE0B}" destId="{2C91EE4F-A9DE-4A6D-B6A3-486E9FCAD2D8}" srcOrd="2" destOrd="0" parTransId="{A6EE0F61-05FE-4128-857F-92191DBF239C}" sibTransId="{F8C43F65-B0D5-4040-8709-8F5A43F15EBD}"/>
    <dgm:cxn modelId="{43CE8D63-CD8D-446C-A23B-B4369DAD713A}" srcId="{F1ED1CAC-3408-4D10-8DBF-BCFED3F4DE0B}" destId="{09986B2B-9BC9-407E-83C0-B054194F9D0D}" srcOrd="4" destOrd="0" parTransId="{4D7C85C8-A20E-4397-826A-11F8253E2A39}" sibTransId="{63643AED-A39B-46A3-A74F-7CCCEC221EBF}"/>
    <dgm:cxn modelId="{25624174-EBED-EF4C-87EF-5CD329594D7B}" type="presOf" srcId="{D6D84A0A-5A60-4E71-B83D-A59FCD2C96BB}" destId="{F3EA06E9-A47C-F04A-BB5E-4DB4344572F8}" srcOrd="0" destOrd="0" presId="urn:microsoft.com/office/officeart/2005/8/layout/vList2"/>
    <dgm:cxn modelId="{45AE1189-B235-5D4F-9DA9-242B6A76016F}" srcId="{2C91EE4F-A9DE-4A6D-B6A3-486E9FCAD2D8}" destId="{4F8F9E86-E23C-A345-A304-DDD521A29432}" srcOrd="1" destOrd="0" parTransId="{FD162CEF-6D1B-8340-8635-A384CBD51C1B}" sibTransId="{F73BD26D-8266-2D48-9ED0-8FD5DA6F8DA6}"/>
    <dgm:cxn modelId="{477B398E-ABF2-4BB7-A0FA-8EE0A4D54623}" srcId="{F1ED1CAC-3408-4D10-8DBF-BCFED3F4DE0B}" destId="{B2CB31D6-DC7A-4B86-B7D4-D06048A8A590}" srcOrd="3" destOrd="0" parTransId="{98C79919-DDD4-42F0-B112-C387FC61AA33}" sibTransId="{1582DB6D-AD4D-42EE-A4ED-E59C31F27B37}"/>
    <dgm:cxn modelId="{B04CB796-6E78-C846-9E4A-704E84409390}" type="presOf" srcId="{8AB066B0-8213-2F40-8254-50001126E7BF}" destId="{4D934B73-1A46-674A-B92F-E45135DD2E56}" srcOrd="0" destOrd="0" presId="urn:microsoft.com/office/officeart/2005/8/layout/vList2"/>
    <dgm:cxn modelId="{67955797-300C-4E47-8416-1B4A3EC834B9}" type="presOf" srcId="{09986B2B-9BC9-407E-83C0-B054194F9D0D}" destId="{62531ED3-850B-F14D-B03B-CE28E27A9EAA}" srcOrd="0" destOrd="0" presId="urn:microsoft.com/office/officeart/2005/8/layout/vList2"/>
    <dgm:cxn modelId="{4315E79D-3DCA-1E45-A9BB-BAB033AA5C50}" srcId="{2C91EE4F-A9DE-4A6D-B6A3-486E9FCAD2D8}" destId="{8AB066B0-8213-2F40-8254-50001126E7BF}" srcOrd="0" destOrd="0" parTransId="{AB9FF254-DE19-724A-BC1F-1BC30199E38F}" sibTransId="{8B91222C-8DF9-3F4D-A388-0337ECF97FCF}"/>
    <dgm:cxn modelId="{385DACD5-1215-8145-AC07-3A5B4C13561A}" type="presOf" srcId="{B2CB31D6-DC7A-4B86-B7D4-D06048A8A590}" destId="{ECF0089A-79A8-F543-A280-E0119E468229}" srcOrd="0" destOrd="0" presId="urn:microsoft.com/office/officeart/2005/8/layout/vList2"/>
    <dgm:cxn modelId="{FA11F9D5-76C2-184D-990F-CADC611893E7}" type="presOf" srcId="{4F8F9E86-E23C-A345-A304-DDD521A29432}" destId="{4D934B73-1A46-674A-B92F-E45135DD2E56}" srcOrd="0" destOrd="1" presId="urn:microsoft.com/office/officeart/2005/8/layout/vList2"/>
    <dgm:cxn modelId="{E002A1EF-3A86-7E4B-BE8D-9D2D97619215}" type="presOf" srcId="{F1ED1CAC-3408-4D10-8DBF-BCFED3F4DE0B}" destId="{9E03AF23-A82B-0345-A90A-4FC1BBA3B1FB}" srcOrd="0" destOrd="0" presId="urn:microsoft.com/office/officeart/2005/8/layout/vList2"/>
    <dgm:cxn modelId="{D422F3F6-7552-C84E-AAE4-DE13CACCCB40}" type="presOf" srcId="{BE04B666-DF56-4FAA-9747-72B8197B9C8F}" destId="{8A1D9885-8B7A-C040-8EA9-D49CA9324B10}" srcOrd="0" destOrd="0" presId="urn:microsoft.com/office/officeart/2005/8/layout/vList2"/>
    <dgm:cxn modelId="{8882BCF7-7BE2-4EDF-AAE4-B8D0119D4E53}" srcId="{F1ED1CAC-3408-4D10-8DBF-BCFED3F4DE0B}" destId="{CBC0608F-506C-439F-9C16-B7D53295021C}" srcOrd="1" destOrd="0" parTransId="{357AE8AF-3C18-487B-B29D-CA14F36B0E0D}" sibTransId="{272B0A2A-C4D1-428E-ABAD-4AD3F6BA2ED6}"/>
    <dgm:cxn modelId="{5108C75D-78D2-D545-9B01-FD9B4558AF66}" type="presParOf" srcId="{9E03AF23-A82B-0345-A90A-4FC1BBA3B1FB}" destId="{8A1D9885-8B7A-C040-8EA9-D49CA9324B10}" srcOrd="0" destOrd="0" presId="urn:microsoft.com/office/officeart/2005/8/layout/vList2"/>
    <dgm:cxn modelId="{45C017EF-E8BA-D942-A3C1-46922C8B4E35}" type="presParOf" srcId="{9E03AF23-A82B-0345-A90A-4FC1BBA3B1FB}" destId="{2AA10294-0BA5-CD49-B400-D2362613C717}" srcOrd="1" destOrd="0" presId="urn:microsoft.com/office/officeart/2005/8/layout/vList2"/>
    <dgm:cxn modelId="{07F2319E-079B-B444-BCC4-4587ED3404E3}" type="presParOf" srcId="{9E03AF23-A82B-0345-A90A-4FC1BBA3B1FB}" destId="{F97EE4C5-D9F6-D64B-BEA0-33ED98375D95}" srcOrd="2" destOrd="0" presId="urn:microsoft.com/office/officeart/2005/8/layout/vList2"/>
    <dgm:cxn modelId="{EA8A4107-EC00-744B-8069-CDB76ABF444A}" type="presParOf" srcId="{9E03AF23-A82B-0345-A90A-4FC1BBA3B1FB}" destId="{83850B03-E86D-3742-A5CF-7FA94F0E4C7A}" srcOrd="3" destOrd="0" presId="urn:microsoft.com/office/officeart/2005/8/layout/vList2"/>
    <dgm:cxn modelId="{8B572D69-DD4A-454A-9C2B-555EBF7F8DE3}" type="presParOf" srcId="{9E03AF23-A82B-0345-A90A-4FC1BBA3B1FB}" destId="{9D557E8C-48ED-EB4B-9F33-724F101A1446}" srcOrd="4" destOrd="0" presId="urn:microsoft.com/office/officeart/2005/8/layout/vList2"/>
    <dgm:cxn modelId="{3428D3B1-5D16-F843-854A-B46517271D01}" type="presParOf" srcId="{9E03AF23-A82B-0345-A90A-4FC1BBA3B1FB}" destId="{4D934B73-1A46-674A-B92F-E45135DD2E56}" srcOrd="5" destOrd="0" presId="urn:microsoft.com/office/officeart/2005/8/layout/vList2"/>
    <dgm:cxn modelId="{0A55DEA0-1A80-3749-9F90-51F467036A35}" type="presParOf" srcId="{9E03AF23-A82B-0345-A90A-4FC1BBA3B1FB}" destId="{ECF0089A-79A8-F543-A280-E0119E468229}" srcOrd="6" destOrd="0" presId="urn:microsoft.com/office/officeart/2005/8/layout/vList2"/>
    <dgm:cxn modelId="{5E9F8F5E-9695-264A-BE78-942CBC181663}" type="presParOf" srcId="{9E03AF23-A82B-0345-A90A-4FC1BBA3B1FB}" destId="{8619004C-5A54-3247-84EF-2A211EF2EE60}" srcOrd="7" destOrd="0" presId="urn:microsoft.com/office/officeart/2005/8/layout/vList2"/>
    <dgm:cxn modelId="{95F8FDD2-0FD4-B747-AD4B-D38B6503114E}" type="presParOf" srcId="{9E03AF23-A82B-0345-A90A-4FC1BBA3B1FB}" destId="{62531ED3-850B-F14D-B03B-CE28E27A9EAA}" srcOrd="8" destOrd="0" presId="urn:microsoft.com/office/officeart/2005/8/layout/vList2"/>
    <dgm:cxn modelId="{9E6E0D9F-E57A-0B43-B593-3F2381C1396A}" type="presParOf" srcId="{9E03AF23-A82B-0345-A90A-4FC1BBA3B1FB}" destId="{9E1FC76D-693A-E94A-8C40-C8FA333A14F5}" srcOrd="9" destOrd="0" presId="urn:microsoft.com/office/officeart/2005/8/layout/vList2"/>
    <dgm:cxn modelId="{A698C282-7AD0-F84A-8272-93B7EC3A1B08}" type="presParOf" srcId="{9E03AF23-A82B-0345-A90A-4FC1BBA3B1FB}" destId="{F3EA06E9-A47C-F04A-BB5E-4DB4344572F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A8EA46-91DA-4DF1-8297-AFD5B8E28AA5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B52B01-5F61-4B43-922D-D6DB0509CB69}">
      <dgm:prSet/>
      <dgm:spPr/>
      <dgm:t>
        <a:bodyPr/>
        <a:lstStyle/>
        <a:p>
          <a:r>
            <a:rPr lang="en-US" b="1"/>
            <a:t>After this session:</a:t>
          </a:r>
          <a:endParaRPr lang="en-US"/>
        </a:p>
      </dgm:t>
    </dgm:pt>
    <dgm:pt modelId="{61F65CA9-EBD4-4320-AA45-CBC16DB8D2A4}" type="parTrans" cxnId="{A5AC02E4-A91A-4565-BAC4-E774D48258E6}">
      <dgm:prSet/>
      <dgm:spPr/>
      <dgm:t>
        <a:bodyPr/>
        <a:lstStyle/>
        <a:p>
          <a:endParaRPr lang="en-US"/>
        </a:p>
      </dgm:t>
    </dgm:pt>
    <dgm:pt modelId="{16F4D0EB-03F5-4B7F-A832-E515BC161A6D}" type="sibTrans" cxnId="{A5AC02E4-A91A-4565-BAC4-E774D48258E6}">
      <dgm:prSet/>
      <dgm:spPr/>
      <dgm:t>
        <a:bodyPr/>
        <a:lstStyle/>
        <a:p>
          <a:endParaRPr lang="en-US"/>
        </a:p>
      </dgm:t>
    </dgm:pt>
    <dgm:pt modelId="{08B954A5-3DA6-4E71-BDA5-B10ED920E372}">
      <dgm:prSet/>
      <dgm:spPr/>
      <dgm:t>
        <a:bodyPr/>
        <a:lstStyle/>
        <a:p>
          <a:r>
            <a:rPr lang="en-US"/>
            <a:t>Students notified of placements</a:t>
          </a:r>
        </a:p>
      </dgm:t>
    </dgm:pt>
    <dgm:pt modelId="{B562EF00-CB37-4AA8-B4FB-68855CF102AA}" type="parTrans" cxnId="{D142516F-823A-49E8-97FF-4095658BFD5A}">
      <dgm:prSet/>
      <dgm:spPr/>
      <dgm:t>
        <a:bodyPr/>
        <a:lstStyle/>
        <a:p>
          <a:endParaRPr lang="en-US"/>
        </a:p>
      </dgm:t>
    </dgm:pt>
    <dgm:pt modelId="{9E67A89B-7139-4F35-914A-0F4964E2278B}" type="sibTrans" cxnId="{D142516F-823A-49E8-97FF-4095658BFD5A}">
      <dgm:prSet/>
      <dgm:spPr/>
      <dgm:t>
        <a:bodyPr/>
        <a:lstStyle/>
        <a:p>
          <a:endParaRPr lang="en-US"/>
        </a:p>
      </dgm:t>
    </dgm:pt>
    <dgm:pt modelId="{BFBCA0A6-830D-4B84-B81B-09C14CF3489B}">
      <dgm:prSet/>
      <dgm:spPr/>
      <dgm:t>
        <a:bodyPr/>
        <a:lstStyle/>
        <a:p>
          <a:r>
            <a:rPr lang="en-US"/>
            <a:t>Start Onboarding and working first issue ASAP</a:t>
          </a:r>
        </a:p>
      </dgm:t>
    </dgm:pt>
    <dgm:pt modelId="{EF24570B-78B2-4BD9-A396-E3CDD64709DD}" type="parTrans" cxnId="{B8E2B027-C75C-4B78-8CA2-F907427AB0C3}">
      <dgm:prSet/>
      <dgm:spPr/>
      <dgm:t>
        <a:bodyPr/>
        <a:lstStyle/>
        <a:p>
          <a:endParaRPr lang="en-US"/>
        </a:p>
      </dgm:t>
    </dgm:pt>
    <dgm:pt modelId="{423FBCD7-FD2E-49B9-8CD1-7177FCF3D6D9}" type="sibTrans" cxnId="{B8E2B027-C75C-4B78-8CA2-F907427AB0C3}">
      <dgm:prSet/>
      <dgm:spPr/>
      <dgm:t>
        <a:bodyPr/>
        <a:lstStyle/>
        <a:p>
          <a:endParaRPr lang="en-US"/>
        </a:p>
      </dgm:t>
    </dgm:pt>
    <dgm:pt modelId="{D79A3BE3-0A13-47C5-BBF7-F27AAFD1BF02}">
      <dgm:prSet/>
      <dgm:spPr/>
      <dgm:t>
        <a:bodyPr/>
        <a:lstStyle/>
        <a:p>
          <a:r>
            <a:rPr lang="en-US"/>
            <a:t>48-hour veto window for students</a:t>
          </a:r>
        </a:p>
      </dgm:t>
    </dgm:pt>
    <dgm:pt modelId="{B433D0CF-18D5-4DAD-AD7B-3E0AF6A67A07}" type="parTrans" cxnId="{7EB92291-AA33-415E-B207-C00902A33E73}">
      <dgm:prSet/>
      <dgm:spPr/>
      <dgm:t>
        <a:bodyPr/>
        <a:lstStyle/>
        <a:p>
          <a:endParaRPr lang="en-US"/>
        </a:p>
      </dgm:t>
    </dgm:pt>
    <dgm:pt modelId="{9F138FFD-033D-47C7-8BEC-08EEBEE9FC8F}" type="sibTrans" cxnId="{7EB92291-AA33-415E-B207-C00902A33E73}">
      <dgm:prSet/>
      <dgm:spPr/>
      <dgm:t>
        <a:bodyPr/>
        <a:lstStyle/>
        <a:p>
          <a:endParaRPr lang="en-US"/>
        </a:p>
      </dgm:t>
    </dgm:pt>
    <dgm:pt modelId="{1721C233-AEE1-4F71-BB53-5924CAB8F62B}">
      <dgm:prSet/>
      <dgm:spPr/>
      <dgm:t>
        <a:bodyPr/>
        <a:lstStyle/>
        <a:p>
          <a:r>
            <a:rPr lang="en-US"/>
            <a:t>Instructor makes final adjustments if needed</a:t>
          </a:r>
        </a:p>
      </dgm:t>
    </dgm:pt>
    <dgm:pt modelId="{9341D281-B83A-4942-B89C-A399909F1A68}" type="parTrans" cxnId="{85852D7E-FD0F-4E38-AECA-D2FD882A553C}">
      <dgm:prSet/>
      <dgm:spPr/>
      <dgm:t>
        <a:bodyPr/>
        <a:lstStyle/>
        <a:p>
          <a:endParaRPr lang="en-US"/>
        </a:p>
      </dgm:t>
    </dgm:pt>
    <dgm:pt modelId="{DEE174C2-4328-443D-9F77-9E265ED80D88}" type="sibTrans" cxnId="{85852D7E-FD0F-4E38-AECA-D2FD882A553C}">
      <dgm:prSet/>
      <dgm:spPr/>
      <dgm:t>
        <a:bodyPr/>
        <a:lstStyle/>
        <a:p>
          <a:endParaRPr lang="en-US"/>
        </a:p>
      </dgm:t>
    </dgm:pt>
    <dgm:pt modelId="{A26DB409-B6B3-4E46-86F4-0C026B9856DB}">
      <dgm:prSet/>
      <dgm:spPr/>
      <dgm:t>
        <a:bodyPr/>
        <a:lstStyle/>
        <a:p>
          <a:r>
            <a:rPr lang="en-US"/>
            <a:t>Rosters locked by Friday, January 16 at 5 p.m.</a:t>
          </a:r>
        </a:p>
      </dgm:t>
    </dgm:pt>
    <dgm:pt modelId="{A1733D1A-614F-4C67-BBB9-10CF2B37D9E4}" type="parTrans" cxnId="{807C1222-1AEA-49A9-938B-79F952060060}">
      <dgm:prSet/>
      <dgm:spPr/>
      <dgm:t>
        <a:bodyPr/>
        <a:lstStyle/>
        <a:p>
          <a:endParaRPr lang="en-US"/>
        </a:p>
      </dgm:t>
    </dgm:pt>
    <dgm:pt modelId="{568FD42D-3578-4934-BE30-094A71A8C2A3}" type="sibTrans" cxnId="{807C1222-1AEA-49A9-938B-79F952060060}">
      <dgm:prSet/>
      <dgm:spPr/>
      <dgm:t>
        <a:bodyPr/>
        <a:lstStyle/>
        <a:p>
          <a:endParaRPr lang="en-US"/>
        </a:p>
      </dgm:t>
    </dgm:pt>
    <dgm:pt modelId="{1C628EF2-9B43-47E2-81CF-703AA9AF8B82}">
      <dgm:prSet/>
      <dgm:spPr/>
      <dgm:t>
        <a:bodyPr/>
        <a:lstStyle/>
        <a:p>
          <a:r>
            <a:rPr lang="en-US" b="1"/>
            <a:t>Community-first projects:</a:t>
          </a:r>
          <a:endParaRPr lang="en-US"/>
        </a:p>
      </dgm:t>
    </dgm:pt>
    <dgm:pt modelId="{ACDEE45F-87CA-452B-BDFE-87937838334C}" type="parTrans" cxnId="{396B382E-D1B3-4F14-8E5C-821806A60BC8}">
      <dgm:prSet/>
      <dgm:spPr/>
      <dgm:t>
        <a:bodyPr/>
        <a:lstStyle/>
        <a:p>
          <a:endParaRPr lang="en-US"/>
        </a:p>
      </dgm:t>
    </dgm:pt>
    <dgm:pt modelId="{2479D4CA-70F7-4B6B-B299-BC12C088ECA7}" type="sibTrans" cxnId="{396B382E-D1B3-4F14-8E5C-821806A60BC8}">
      <dgm:prSet/>
      <dgm:spPr/>
      <dgm:t>
        <a:bodyPr/>
        <a:lstStyle/>
        <a:p>
          <a:endParaRPr lang="en-US"/>
        </a:p>
      </dgm:t>
    </dgm:pt>
    <dgm:pt modelId="{EF683E1E-49BF-4D10-9AA2-4D483DB426AE}">
      <dgm:prSet/>
      <dgm:spPr/>
      <dgm:t>
        <a:bodyPr/>
        <a:lstStyle/>
        <a:p>
          <a:r>
            <a:rPr lang="en-US"/>
            <a:t>Proceed without dedicated team</a:t>
          </a:r>
        </a:p>
      </dgm:t>
    </dgm:pt>
    <dgm:pt modelId="{69F70A69-B4CA-4D48-93CB-C0DCD7F61FBB}" type="parTrans" cxnId="{BE58D3FF-E022-4086-B12B-F86120507DD5}">
      <dgm:prSet/>
      <dgm:spPr/>
      <dgm:t>
        <a:bodyPr/>
        <a:lstStyle/>
        <a:p>
          <a:endParaRPr lang="en-US"/>
        </a:p>
      </dgm:t>
    </dgm:pt>
    <dgm:pt modelId="{25A1E709-3C42-480B-BDBE-C369A52620DA}" type="sibTrans" cxnId="{BE58D3FF-E022-4086-B12B-F86120507DD5}">
      <dgm:prSet/>
      <dgm:spPr/>
      <dgm:t>
        <a:bodyPr/>
        <a:lstStyle/>
        <a:p>
          <a:endParaRPr lang="en-US"/>
        </a:p>
      </dgm:t>
    </dgm:pt>
    <dgm:pt modelId="{3B193CD1-62C7-4299-A7CC-B0A18B729680}">
      <dgm:prSet/>
      <dgm:spPr/>
      <dgm:t>
        <a:bodyPr/>
        <a:lstStyle/>
        <a:p>
          <a:r>
            <a:rPr lang="en-US"/>
            <a:t>Focus on external contributors</a:t>
          </a:r>
        </a:p>
      </dgm:t>
    </dgm:pt>
    <dgm:pt modelId="{F62E439F-54A9-471B-9CEB-B641310841E4}" type="parTrans" cxnId="{EF2244CD-1ECE-4C67-848C-52C0F331F294}">
      <dgm:prSet/>
      <dgm:spPr/>
      <dgm:t>
        <a:bodyPr/>
        <a:lstStyle/>
        <a:p>
          <a:endParaRPr lang="en-US"/>
        </a:p>
      </dgm:t>
    </dgm:pt>
    <dgm:pt modelId="{C139B193-98BC-4E52-AE5B-10D2FD362D85}" type="sibTrans" cxnId="{EF2244CD-1ECE-4C67-848C-52C0F331F294}">
      <dgm:prSet/>
      <dgm:spPr/>
      <dgm:t>
        <a:bodyPr/>
        <a:lstStyle/>
        <a:p>
          <a:endParaRPr lang="en-US"/>
        </a:p>
      </dgm:t>
    </dgm:pt>
    <dgm:pt modelId="{3604C189-06DC-8746-8102-F7EF3B6732A8}" type="pres">
      <dgm:prSet presAssocID="{2AA8EA46-91DA-4DF1-8297-AFD5B8E28AA5}" presName="Name0" presStyleCnt="0">
        <dgm:presLayoutVars>
          <dgm:dir/>
          <dgm:resizeHandles/>
        </dgm:presLayoutVars>
      </dgm:prSet>
      <dgm:spPr/>
    </dgm:pt>
    <dgm:pt modelId="{489C1B1F-E330-6144-B8D3-D5084AC09E8A}" type="pres">
      <dgm:prSet presAssocID="{D9B52B01-5F61-4B43-922D-D6DB0509CB69}" presName="compNode" presStyleCnt="0"/>
      <dgm:spPr/>
    </dgm:pt>
    <dgm:pt modelId="{DFE1E698-B66A-EC4B-B020-C354DCCE8ED3}" type="pres">
      <dgm:prSet presAssocID="{D9B52B01-5F61-4B43-922D-D6DB0509CB69}" presName="dummyConnPt" presStyleCnt="0"/>
      <dgm:spPr/>
    </dgm:pt>
    <dgm:pt modelId="{EADAFD3C-F3BC-3E4D-A9D4-DA5A22CFD481}" type="pres">
      <dgm:prSet presAssocID="{D9B52B01-5F61-4B43-922D-D6DB0509CB69}" presName="node" presStyleLbl="node1" presStyleIdx="0" presStyleCnt="9">
        <dgm:presLayoutVars>
          <dgm:bulletEnabled val="1"/>
        </dgm:presLayoutVars>
      </dgm:prSet>
      <dgm:spPr/>
    </dgm:pt>
    <dgm:pt modelId="{A7EBD75C-F397-F949-A4E7-AEB103D3380D}" type="pres">
      <dgm:prSet presAssocID="{16F4D0EB-03F5-4B7F-A832-E515BC161A6D}" presName="sibTrans" presStyleLbl="bgSibTrans2D1" presStyleIdx="0" presStyleCnt="8"/>
      <dgm:spPr/>
    </dgm:pt>
    <dgm:pt modelId="{18677B9D-470E-C048-90B5-961992C12FE3}" type="pres">
      <dgm:prSet presAssocID="{08B954A5-3DA6-4E71-BDA5-B10ED920E372}" presName="compNode" presStyleCnt="0"/>
      <dgm:spPr/>
    </dgm:pt>
    <dgm:pt modelId="{2C73198D-BD5F-0745-8EC8-9901F98552C0}" type="pres">
      <dgm:prSet presAssocID="{08B954A5-3DA6-4E71-BDA5-B10ED920E372}" presName="dummyConnPt" presStyleCnt="0"/>
      <dgm:spPr/>
    </dgm:pt>
    <dgm:pt modelId="{691D6ADE-B9BB-8041-A3E1-1BFBC4C2E692}" type="pres">
      <dgm:prSet presAssocID="{08B954A5-3DA6-4E71-BDA5-B10ED920E372}" presName="node" presStyleLbl="node1" presStyleIdx="1" presStyleCnt="9">
        <dgm:presLayoutVars>
          <dgm:bulletEnabled val="1"/>
        </dgm:presLayoutVars>
      </dgm:prSet>
      <dgm:spPr/>
    </dgm:pt>
    <dgm:pt modelId="{B7915F88-7E27-E447-A710-06D7E242DFE3}" type="pres">
      <dgm:prSet presAssocID="{9E67A89B-7139-4F35-914A-0F4964E2278B}" presName="sibTrans" presStyleLbl="bgSibTrans2D1" presStyleIdx="1" presStyleCnt="8"/>
      <dgm:spPr/>
    </dgm:pt>
    <dgm:pt modelId="{E96A30EB-CFCE-6848-B96F-33FC57CBFCA1}" type="pres">
      <dgm:prSet presAssocID="{BFBCA0A6-830D-4B84-B81B-09C14CF3489B}" presName="compNode" presStyleCnt="0"/>
      <dgm:spPr/>
    </dgm:pt>
    <dgm:pt modelId="{D590BC1F-5711-7041-A9D8-C161C8859D21}" type="pres">
      <dgm:prSet presAssocID="{BFBCA0A6-830D-4B84-B81B-09C14CF3489B}" presName="dummyConnPt" presStyleCnt="0"/>
      <dgm:spPr/>
    </dgm:pt>
    <dgm:pt modelId="{CA93F5EB-69E2-A949-9660-FE121BA94719}" type="pres">
      <dgm:prSet presAssocID="{BFBCA0A6-830D-4B84-B81B-09C14CF3489B}" presName="node" presStyleLbl="node1" presStyleIdx="2" presStyleCnt="9">
        <dgm:presLayoutVars>
          <dgm:bulletEnabled val="1"/>
        </dgm:presLayoutVars>
      </dgm:prSet>
      <dgm:spPr/>
    </dgm:pt>
    <dgm:pt modelId="{B496BECB-9E11-3548-8212-FFB56812A1CB}" type="pres">
      <dgm:prSet presAssocID="{423FBCD7-FD2E-49B9-8CD1-7177FCF3D6D9}" presName="sibTrans" presStyleLbl="bgSibTrans2D1" presStyleIdx="2" presStyleCnt="8"/>
      <dgm:spPr/>
    </dgm:pt>
    <dgm:pt modelId="{ED78703A-444E-9A4F-B59B-C7009AE4EF2F}" type="pres">
      <dgm:prSet presAssocID="{D79A3BE3-0A13-47C5-BBF7-F27AAFD1BF02}" presName="compNode" presStyleCnt="0"/>
      <dgm:spPr/>
    </dgm:pt>
    <dgm:pt modelId="{263309B4-F9CA-BF49-8D18-B862C1F5BA0A}" type="pres">
      <dgm:prSet presAssocID="{D79A3BE3-0A13-47C5-BBF7-F27AAFD1BF02}" presName="dummyConnPt" presStyleCnt="0"/>
      <dgm:spPr/>
    </dgm:pt>
    <dgm:pt modelId="{CA131F33-44B4-1C4D-A1A7-21B6D39E9156}" type="pres">
      <dgm:prSet presAssocID="{D79A3BE3-0A13-47C5-BBF7-F27AAFD1BF02}" presName="node" presStyleLbl="node1" presStyleIdx="3" presStyleCnt="9">
        <dgm:presLayoutVars>
          <dgm:bulletEnabled val="1"/>
        </dgm:presLayoutVars>
      </dgm:prSet>
      <dgm:spPr/>
    </dgm:pt>
    <dgm:pt modelId="{02B8F9ED-B3D7-BB4F-A9A3-B54555609CED}" type="pres">
      <dgm:prSet presAssocID="{9F138FFD-033D-47C7-8BEC-08EEBEE9FC8F}" presName="sibTrans" presStyleLbl="bgSibTrans2D1" presStyleIdx="3" presStyleCnt="8"/>
      <dgm:spPr/>
    </dgm:pt>
    <dgm:pt modelId="{09B3AC02-CABF-AE49-B43F-A7D58F532D47}" type="pres">
      <dgm:prSet presAssocID="{1721C233-AEE1-4F71-BB53-5924CAB8F62B}" presName="compNode" presStyleCnt="0"/>
      <dgm:spPr/>
    </dgm:pt>
    <dgm:pt modelId="{4333A031-C1F6-9B4B-874C-551DA0418613}" type="pres">
      <dgm:prSet presAssocID="{1721C233-AEE1-4F71-BB53-5924CAB8F62B}" presName="dummyConnPt" presStyleCnt="0"/>
      <dgm:spPr/>
    </dgm:pt>
    <dgm:pt modelId="{75714333-C3B3-094B-99C8-96D4DFEECC28}" type="pres">
      <dgm:prSet presAssocID="{1721C233-AEE1-4F71-BB53-5924CAB8F62B}" presName="node" presStyleLbl="node1" presStyleIdx="4" presStyleCnt="9">
        <dgm:presLayoutVars>
          <dgm:bulletEnabled val="1"/>
        </dgm:presLayoutVars>
      </dgm:prSet>
      <dgm:spPr/>
    </dgm:pt>
    <dgm:pt modelId="{ED0B6909-4DE8-F244-8368-823768638807}" type="pres">
      <dgm:prSet presAssocID="{DEE174C2-4328-443D-9F77-9E265ED80D88}" presName="sibTrans" presStyleLbl="bgSibTrans2D1" presStyleIdx="4" presStyleCnt="8"/>
      <dgm:spPr/>
    </dgm:pt>
    <dgm:pt modelId="{45075A8A-4447-814C-9095-847B66D85D32}" type="pres">
      <dgm:prSet presAssocID="{A26DB409-B6B3-4E46-86F4-0C026B9856DB}" presName="compNode" presStyleCnt="0"/>
      <dgm:spPr/>
    </dgm:pt>
    <dgm:pt modelId="{8144BEF3-7E8E-F744-8F87-ACE0FBDE1E0D}" type="pres">
      <dgm:prSet presAssocID="{A26DB409-B6B3-4E46-86F4-0C026B9856DB}" presName="dummyConnPt" presStyleCnt="0"/>
      <dgm:spPr/>
    </dgm:pt>
    <dgm:pt modelId="{64756AB4-F1A3-384A-A908-06012E705205}" type="pres">
      <dgm:prSet presAssocID="{A26DB409-B6B3-4E46-86F4-0C026B9856DB}" presName="node" presStyleLbl="node1" presStyleIdx="5" presStyleCnt="9">
        <dgm:presLayoutVars>
          <dgm:bulletEnabled val="1"/>
        </dgm:presLayoutVars>
      </dgm:prSet>
      <dgm:spPr/>
    </dgm:pt>
    <dgm:pt modelId="{58FAF901-6BAC-F143-A2A5-5D674016E304}" type="pres">
      <dgm:prSet presAssocID="{568FD42D-3578-4934-BE30-094A71A8C2A3}" presName="sibTrans" presStyleLbl="bgSibTrans2D1" presStyleIdx="5" presStyleCnt="8"/>
      <dgm:spPr/>
    </dgm:pt>
    <dgm:pt modelId="{41A1AE48-4B54-9644-BF49-1500BC011B3E}" type="pres">
      <dgm:prSet presAssocID="{1C628EF2-9B43-47E2-81CF-703AA9AF8B82}" presName="compNode" presStyleCnt="0"/>
      <dgm:spPr/>
    </dgm:pt>
    <dgm:pt modelId="{1E9C4162-AEC5-B548-8063-E1FA1D3B0A32}" type="pres">
      <dgm:prSet presAssocID="{1C628EF2-9B43-47E2-81CF-703AA9AF8B82}" presName="dummyConnPt" presStyleCnt="0"/>
      <dgm:spPr/>
    </dgm:pt>
    <dgm:pt modelId="{F0E23ED5-B2FC-4E43-B071-84255F1AD512}" type="pres">
      <dgm:prSet presAssocID="{1C628EF2-9B43-47E2-81CF-703AA9AF8B82}" presName="node" presStyleLbl="node1" presStyleIdx="6" presStyleCnt="9">
        <dgm:presLayoutVars>
          <dgm:bulletEnabled val="1"/>
        </dgm:presLayoutVars>
      </dgm:prSet>
      <dgm:spPr/>
    </dgm:pt>
    <dgm:pt modelId="{1CE3EC70-9B39-7241-AE80-1620BE86EB0B}" type="pres">
      <dgm:prSet presAssocID="{2479D4CA-70F7-4B6B-B299-BC12C088ECA7}" presName="sibTrans" presStyleLbl="bgSibTrans2D1" presStyleIdx="6" presStyleCnt="8"/>
      <dgm:spPr/>
    </dgm:pt>
    <dgm:pt modelId="{FD631CB4-5FD1-AB44-A241-79B3AE7E2A97}" type="pres">
      <dgm:prSet presAssocID="{EF683E1E-49BF-4D10-9AA2-4D483DB426AE}" presName="compNode" presStyleCnt="0"/>
      <dgm:spPr/>
    </dgm:pt>
    <dgm:pt modelId="{E7E6A49B-442A-6948-9CA4-22427FB2169D}" type="pres">
      <dgm:prSet presAssocID="{EF683E1E-49BF-4D10-9AA2-4D483DB426AE}" presName="dummyConnPt" presStyleCnt="0"/>
      <dgm:spPr/>
    </dgm:pt>
    <dgm:pt modelId="{0B7B9673-0F04-3341-A8BA-7956B7A0A825}" type="pres">
      <dgm:prSet presAssocID="{EF683E1E-49BF-4D10-9AA2-4D483DB426AE}" presName="node" presStyleLbl="node1" presStyleIdx="7" presStyleCnt="9">
        <dgm:presLayoutVars>
          <dgm:bulletEnabled val="1"/>
        </dgm:presLayoutVars>
      </dgm:prSet>
      <dgm:spPr/>
    </dgm:pt>
    <dgm:pt modelId="{2826DBB9-DF3C-7045-B35F-01A671D509F2}" type="pres">
      <dgm:prSet presAssocID="{25A1E709-3C42-480B-BDBE-C369A52620DA}" presName="sibTrans" presStyleLbl="bgSibTrans2D1" presStyleIdx="7" presStyleCnt="8"/>
      <dgm:spPr/>
    </dgm:pt>
    <dgm:pt modelId="{4D40EF43-1417-0A46-9A1A-0DA90929CC7E}" type="pres">
      <dgm:prSet presAssocID="{3B193CD1-62C7-4299-A7CC-B0A18B729680}" presName="compNode" presStyleCnt="0"/>
      <dgm:spPr/>
    </dgm:pt>
    <dgm:pt modelId="{D92E88FC-ABC5-3443-9114-42BB0448E6E0}" type="pres">
      <dgm:prSet presAssocID="{3B193CD1-62C7-4299-A7CC-B0A18B729680}" presName="dummyConnPt" presStyleCnt="0"/>
      <dgm:spPr/>
    </dgm:pt>
    <dgm:pt modelId="{5F40A0D1-8BC8-4042-81DC-76DBC0D29C80}" type="pres">
      <dgm:prSet presAssocID="{3B193CD1-62C7-4299-A7CC-B0A18B729680}" presName="node" presStyleLbl="node1" presStyleIdx="8" presStyleCnt="9">
        <dgm:presLayoutVars>
          <dgm:bulletEnabled val="1"/>
        </dgm:presLayoutVars>
      </dgm:prSet>
      <dgm:spPr/>
    </dgm:pt>
  </dgm:ptLst>
  <dgm:cxnLst>
    <dgm:cxn modelId="{FB472C00-7CFD-0B4B-AC86-8602520A2D0F}" type="presOf" srcId="{2479D4CA-70F7-4B6B-B299-BC12C088ECA7}" destId="{1CE3EC70-9B39-7241-AE80-1620BE86EB0B}" srcOrd="0" destOrd="0" presId="urn:microsoft.com/office/officeart/2005/8/layout/bProcess4"/>
    <dgm:cxn modelId="{6389B403-7975-F848-9668-4D4A6B6C1BD9}" type="presOf" srcId="{9E67A89B-7139-4F35-914A-0F4964E2278B}" destId="{B7915F88-7E27-E447-A710-06D7E242DFE3}" srcOrd="0" destOrd="0" presId="urn:microsoft.com/office/officeart/2005/8/layout/bProcess4"/>
    <dgm:cxn modelId="{32AD400A-2F77-8249-9E8C-912F6D60390C}" type="presOf" srcId="{16F4D0EB-03F5-4B7F-A832-E515BC161A6D}" destId="{A7EBD75C-F397-F949-A4E7-AEB103D3380D}" srcOrd="0" destOrd="0" presId="urn:microsoft.com/office/officeart/2005/8/layout/bProcess4"/>
    <dgm:cxn modelId="{5DDE2521-0D8B-6045-B4E8-69268A23C57A}" type="presOf" srcId="{3B193CD1-62C7-4299-A7CC-B0A18B729680}" destId="{5F40A0D1-8BC8-4042-81DC-76DBC0D29C80}" srcOrd="0" destOrd="0" presId="urn:microsoft.com/office/officeart/2005/8/layout/bProcess4"/>
    <dgm:cxn modelId="{807C1222-1AEA-49A9-938B-79F952060060}" srcId="{2AA8EA46-91DA-4DF1-8297-AFD5B8E28AA5}" destId="{A26DB409-B6B3-4E46-86F4-0C026B9856DB}" srcOrd="5" destOrd="0" parTransId="{A1733D1A-614F-4C67-BBB9-10CF2B37D9E4}" sibTransId="{568FD42D-3578-4934-BE30-094A71A8C2A3}"/>
    <dgm:cxn modelId="{D1307222-6A54-124C-891B-5D9C1B101F57}" type="presOf" srcId="{A26DB409-B6B3-4E46-86F4-0C026B9856DB}" destId="{64756AB4-F1A3-384A-A908-06012E705205}" srcOrd="0" destOrd="0" presId="urn:microsoft.com/office/officeart/2005/8/layout/bProcess4"/>
    <dgm:cxn modelId="{CFC67424-8625-344F-811F-F150FC7E2CA7}" type="presOf" srcId="{25A1E709-3C42-480B-BDBE-C369A52620DA}" destId="{2826DBB9-DF3C-7045-B35F-01A671D509F2}" srcOrd="0" destOrd="0" presId="urn:microsoft.com/office/officeart/2005/8/layout/bProcess4"/>
    <dgm:cxn modelId="{B8E2B027-C75C-4B78-8CA2-F907427AB0C3}" srcId="{2AA8EA46-91DA-4DF1-8297-AFD5B8E28AA5}" destId="{BFBCA0A6-830D-4B84-B81B-09C14CF3489B}" srcOrd="2" destOrd="0" parTransId="{EF24570B-78B2-4BD9-A396-E3CDD64709DD}" sibTransId="{423FBCD7-FD2E-49B9-8CD1-7177FCF3D6D9}"/>
    <dgm:cxn modelId="{7A914229-3DA3-034E-9CF1-F4571B2B7815}" type="presOf" srcId="{9F138FFD-033D-47C7-8BEC-08EEBEE9FC8F}" destId="{02B8F9ED-B3D7-BB4F-A9A3-B54555609CED}" srcOrd="0" destOrd="0" presId="urn:microsoft.com/office/officeart/2005/8/layout/bProcess4"/>
    <dgm:cxn modelId="{E837792C-215D-274F-94D8-B7E492A274CA}" type="presOf" srcId="{D79A3BE3-0A13-47C5-BBF7-F27AAFD1BF02}" destId="{CA131F33-44B4-1C4D-A1A7-21B6D39E9156}" srcOrd="0" destOrd="0" presId="urn:microsoft.com/office/officeart/2005/8/layout/bProcess4"/>
    <dgm:cxn modelId="{E412A32C-96B6-7B40-BD63-1C3423F77260}" type="presOf" srcId="{BFBCA0A6-830D-4B84-B81B-09C14CF3489B}" destId="{CA93F5EB-69E2-A949-9660-FE121BA94719}" srcOrd="0" destOrd="0" presId="urn:microsoft.com/office/officeart/2005/8/layout/bProcess4"/>
    <dgm:cxn modelId="{396B382E-D1B3-4F14-8E5C-821806A60BC8}" srcId="{2AA8EA46-91DA-4DF1-8297-AFD5B8E28AA5}" destId="{1C628EF2-9B43-47E2-81CF-703AA9AF8B82}" srcOrd="6" destOrd="0" parTransId="{ACDEE45F-87CA-452B-BDFE-87937838334C}" sibTransId="{2479D4CA-70F7-4B6B-B299-BC12C088ECA7}"/>
    <dgm:cxn modelId="{8B7B473A-277D-8D47-81A8-6F74FB115565}" type="presOf" srcId="{1721C233-AEE1-4F71-BB53-5924CAB8F62B}" destId="{75714333-C3B3-094B-99C8-96D4DFEECC28}" srcOrd="0" destOrd="0" presId="urn:microsoft.com/office/officeart/2005/8/layout/bProcess4"/>
    <dgm:cxn modelId="{24FEA242-51E6-FE43-A09F-1AD7A07CA59A}" type="presOf" srcId="{568FD42D-3578-4934-BE30-094A71A8C2A3}" destId="{58FAF901-6BAC-F143-A2A5-5D674016E304}" srcOrd="0" destOrd="0" presId="urn:microsoft.com/office/officeart/2005/8/layout/bProcess4"/>
    <dgm:cxn modelId="{8FDCF166-73A5-8C46-8AF0-E94E1E2A8DC0}" type="presOf" srcId="{2AA8EA46-91DA-4DF1-8297-AFD5B8E28AA5}" destId="{3604C189-06DC-8746-8102-F7EF3B6732A8}" srcOrd="0" destOrd="0" presId="urn:microsoft.com/office/officeart/2005/8/layout/bProcess4"/>
    <dgm:cxn modelId="{3F948C68-7B71-3749-98B8-7E59E84C1FF3}" type="presOf" srcId="{08B954A5-3DA6-4E71-BDA5-B10ED920E372}" destId="{691D6ADE-B9BB-8041-A3E1-1BFBC4C2E692}" srcOrd="0" destOrd="0" presId="urn:microsoft.com/office/officeart/2005/8/layout/bProcess4"/>
    <dgm:cxn modelId="{99C46B6E-40F9-5248-B2CA-40D7FD94418F}" type="presOf" srcId="{D9B52B01-5F61-4B43-922D-D6DB0509CB69}" destId="{EADAFD3C-F3BC-3E4D-A9D4-DA5A22CFD481}" srcOrd="0" destOrd="0" presId="urn:microsoft.com/office/officeart/2005/8/layout/bProcess4"/>
    <dgm:cxn modelId="{D142516F-823A-49E8-97FF-4095658BFD5A}" srcId="{2AA8EA46-91DA-4DF1-8297-AFD5B8E28AA5}" destId="{08B954A5-3DA6-4E71-BDA5-B10ED920E372}" srcOrd="1" destOrd="0" parTransId="{B562EF00-CB37-4AA8-B4FB-68855CF102AA}" sibTransId="{9E67A89B-7139-4F35-914A-0F4964E2278B}"/>
    <dgm:cxn modelId="{B3A1B479-6A80-AB4E-92A2-2812CCBBEC30}" type="presOf" srcId="{EF683E1E-49BF-4D10-9AA2-4D483DB426AE}" destId="{0B7B9673-0F04-3341-A8BA-7956B7A0A825}" srcOrd="0" destOrd="0" presId="urn:microsoft.com/office/officeart/2005/8/layout/bProcess4"/>
    <dgm:cxn modelId="{85852D7E-FD0F-4E38-AECA-D2FD882A553C}" srcId="{2AA8EA46-91DA-4DF1-8297-AFD5B8E28AA5}" destId="{1721C233-AEE1-4F71-BB53-5924CAB8F62B}" srcOrd="4" destOrd="0" parTransId="{9341D281-B83A-4942-B89C-A399909F1A68}" sibTransId="{DEE174C2-4328-443D-9F77-9E265ED80D88}"/>
    <dgm:cxn modelId="{1D62DC84-9E54-1245-B846-07BAF1522E86}" type="presOf" srcId="{423FBCD7-FD2E-49B9-8CD1-7177FCF3D6D9}" destId="{B496BECB-9E11-3548-8212-FFB56812A1CB}" srcOrd="0" destOrd="0" presId="urn:microsoft.com/office/officeart/2005/8/layout/bProcess4"/>
    <dgm:cxn modelId="{7EB92291-AA33-415E-B207-C00902A33E73}" srcId="{2AA8EA46-91DA-4DF1-8297-AFD5B8E28AA5}" destId="{D79A3BE3-0A13-47C5-BBF7-F27AAFD1BF02}" srcOrd="3" destOrd="0" parTransId="{B433D0CF-18D5-4DAD-AD7B-3E0AF6A67A07}" sibTransId="{9F138FFD-033D-47C7-8BEC-08EEBEE9FC8F}"/>
    <dgm:cxn modelId="{EF2244CD-1ECE-4C67-848C-52C0F331F294}" srcId="{2AA8EA46-91DA-4DF1-8297-AFD5B8E28AA5}" destId="{3B193CD1-62C7-4299-A7CC-B0A18B729680}" srcOrd="8" destOrd="0" parTransId="{F62E439F-54A9-471B-9CEB-B641310841E4}" sibTransId="{C139B193-98BC-4E52-AE5B-10D2FD362D85}"/>
    <dgm:cxn modelId="{2C2DCAD8-21A6-334B-8E82-76915244036F}" type="presOf" srcId="{DEE174C2-4328-443D-9F77-9E265ED80D88}" destId="{ED0B6909-4DE8-F244-8368-823768638807}" srcOrd="0" destOrd="0" presId="urn:microsoft.com/office/officeart/2005/8/layout/bProcess4"/>
    <dgm:cxn modelId="{A5AC02E4-A91A-4565-BAC4-E774D48258E6}" srcId="{2AA8EA46-91DA-4DF1-8297-AFD5B8E28AA5}" destId="{D9B52B01-5F61-4B43-922D-D6DB0509CB69}" srcOrd="0" destOrd="0" parTransId="{61F65CA9-EBD4-4320-AA45-CBC16DB8D2A4}" sibTransId="{16F4D0EB-03F5-4B7F-A832-E515BC161A6D}"/>
    <dgm:cxn modelId="{7BF403E6-8151-7843-B296-8B4CAD3BC1F2}" type="presOf" srcId="{1C628EF2-9B43-47E2-81CF-703AA9AF8B82}" destId="{F0E23ED5-B2FC-4E43-B071-84255F1AD512}" srcOrd="0" destOrd="0" presId="urn:microsoft.com/office/officeart/2005/8/layout/bProcess4"/>
    <dgm:cxn modelId="{BE58D3FF-E022-4086-B12B-F86120507DD5}" srcId="{2AA8EA46-91DA-4DF1-8297-AFD5B8E28AA5}" destId="{EF683E1E-49BF-4D10-9AA2-4D483DB426AE}" srcOrd="7" destOrd="0" parTransId="{69F70A69-B4CA-4D48-93CB-C0DCD7F61FBB}" sibTransId="{25A1E709-3C42-480B-BDBE-C369A52620DA}"/>
    <dgm:cxn modelId="{25752AF0-9BD2-504D-809A-9AA3A9977A02}" type="presParOf" srcId="{3604C189-06DC-8746-8102-F7EF3B6732A8}" destId="{489C1B1F-E330-6144-B8D3-D5084AC09E8A}" srcOrd="0" destOrd="0" presId="urn:microsoft.com/office/officeart/2005/8/layout/bProcess4"/>
    <dgm:cxn modelId="{D28C788B-646F-A04F-BD5B-C82792BAEE6E}" type="presParOf" srcId="{489C1B1F-E330-6144-B8D3-D5084AC09E8A}" destId="{DFE1E698-B66A-EC4B-B020-C354DCCE8ED3}" srcOrd="0" destOrd="0" presId="urn:microsoft.com/office/officeart/2005/8/layout/bProcess4"/>
    <dgm:cxn modelId="{BC63B61E-FA7C-C64C-B32B-866BF677C56A}" type="presParOf" srcId="{489C1B1F-E330-6144-B8D3-D5084AC09E8A}" destId="{EADAFD3C-F3BC-3E4D-A9D4-DA5A22CFD481}" srcOrd="1" destOrd="0" presId="urn:microsoft.com/office/officeart/2005/8/layout/bProcess4"/>
    <dgm:cxn modelId="{DF2C8B8B-7A54-684E-9B42-E4D9A6D5E1F4}" type="presParOf" srcId="{3604C189-06DC-8746-8102-F7EF3B6732A8}" destId="{A7EBD75C-F397-F949-A4E7-AEB103D3380D}" srcOrd="1" destOrd="0" presId="urn:microsoft.com/office/officeart/2005/8/layout/bProcess4"/>
    <dgm:cxn modelId="{8A66E19C-44A5-EF43-ACB9-0CC76A4AACA1}" type="presParOf" srcId="{3604C189-06DC-8746-8102-F7EF3B6732A8}" destId="{18677B9D-470E-C048-90B5-961992C12FE3}" srcOrd="2" destOrd="0" presId="urn:microsoft.com/office/officeart/2005/8/layout/bProcess4"/>
    <dgm:cxn modelId="{EF90CFA2-76B5-0D4A-AD3A-A3DEE636FEC7}" type="presParOf" srcId="{18677B9D-470E-C048-90B5-961992C12FE3}" destId="{2C73198D-BD5F-0745-8EC8-9901F98552C0}" srcOrd="0" destOrd="0" presId="urn:microsoft.com/office/officeart/2005/8/layout/bProcess4"/>
    <dgm:cxn modelId="{154974A0-F9A5-E547-9D73-34118A26A7BB}" type="presParOf" srcId="{18677B9D-470E-C048-90B5-961992C12FE3}" destId="{691D6ADE-B9BB-8041-A3E1-1BFBC4C2E692}" srcOrd="1" destOrd="0" presId="urn:microsoft.com/office/officeart/2005/8/layout/bProcess4"/>
    <dgm:cxn modelId="{6E18613F-4E40-8448-947D-733FF0C62ED9}" type="presParOf" srcId="{3604C189-06DC-8746-8102-F7EF3B6732A8}" destId="{B7915F88-7E27-E447-A710-06D7E242DFE3}" srcOrd="3" destOrd="0" presId="urn:microsoft.com/office/officeart/2005/8/layout/bProcess4"/>
    <dgm:cxn modelId="{91F098A2-779B-BB4B-A02F-27CF07D328D2}" type="presParOf" srcId="{3604C189-06DC-8746-8102-F7EF3B6732A8}" destId="{E96A30EB-CFCE-6848-B96F-33FC57CBFCA1}" srcOrd="4" destOrd="0" presId="urn:microsoft.com/office/officeart/2005/8/layout/bProcess4"/>
    <dgm:cxn modelId="{F6BA656B-EE7E-5C45-A619-60054F998DB9}" type="presParOf" srcId="{E96A30EB-CFCE-6848-B96F-33FC57CBFCA1}" destId="{D590BC1F-5711-7041-A9D8-C161C8859D21}" srcOrd="0" destOrd="0" presId="urn:microsoft.com/office/officeart/2005/8/layout/bProcess4"/>
    <dgm:cxn modelId="{3621CCF6-9286-434E-A8B0-0AA68A18401D}" type="presParOf" srcId="{E96A30EB-CFCE-6848-B96F-33FC57CBFCA1}" destId="{CA93F5EB-69E2-A949-9660-FE121BA94719}" srcOrd="1" destOrd="0" presId="urn:microsoft.com/office/officeart/2005/8/layout/bProcess4"/>
    <dgm:cxn modelId="{60BB2CC7-F45C-A94F-BCB1-6F0A42719F37}" type="presParOf" srcId="{3604C189-06DC-8746-8102-F7EF3B6732A8}" destId="{B496BECB-9E11-3548-8212-FFB56812A1CB}" srcOrd="5" destOrd="0" presId="urn:microsoft.com/office/officeart/2005/8/layout/bProcess4"/>
    <dgm:cxn modelId="{006275B5-7437-B842-9D8C-1E05C48FAB92}" type="presParOf" srcId="{3604C189-06DC-8746-8102-F7EF3B6732A8}" destId="{ED78703A-444E-9A4F-B59B-C7009AE4EF2F}" srcOrd="6" destOrd="0" presId="urn:microsoft.com/office/officeart/2005/8/layout/bProcess4"/>
    <dgm:cxn modelId="{E5E6054B-302C-9845-8B21-52CF0A57937C}" type="presParOf" srcId="{ED78703A-444E-9A4F-B59B-C7009AE4EF2F}" destId="{263309B4-F9CA-BF49-8D18-B862C1F5BA0A}" srcOrd="0" destOrd="0" presId="urn:microsoft.com/office/officeart/2005/8/layout/bProcess4"/>
    <dgm:cxn modelId="{862F39B1-CA61-A346-8281-640480C5DFDD}" type="presParOf" srcId="{ED78703A-444E-9A4F-B59B-C7009AE4EF2F}" destId="{CA131F33-44B4-1C4D-A1A7-21B6D39E9156}" srcOrd="1" destOrd="0" presId="urn:microsoft.com/office/officeart/2005/8/layout/bProcess4"/>
    <dgm:cxn modelId="{F5E97927-51E8-4544-8F86-474C78388425}" type="presParOf" srcId="{3604C189-06DC-8746-8102-F7EF3B6732A8}" destId="{02B8F9ED-B3D7-BB4F-A9A3-B54555609CED}" srcOrd="7" destOrd="0" presId="urn:microsoft.com/office/officeart/2005/8/layout/bProcess4"/>
    <dgm:cxn modelId="{3C739114-AA18-0541-B2C9-D8D203B5A6F3}" type="presParOf" srcId="{3604C189-06DC-8746-8102-F7EF3B6732A8}" destId="{09B3AC02-CABF-AE49-B43F-A7D58F532D47}" srcOrd="8" destOrd="0" presId="urn:microsoft.com/office/officeart/2005/8/layout/bProcess4"/>
    <dgm:cxn modelId="{4EE05634-3438-874B-983C-9B98B51E09C1}" type="presParOf" srcId="{09B3AC02-CABF-AE49-B43F-A7D58F532D47}" destId="{4333A031-C1F6-9B4B-874C-551DA0418613}" srcOrd="0" destOrd="0" presId="urn:microsoft.com/office/officeart/2005/8/layout/bProcess4"/>
    <dgm:cxn modelId="{47D16FBA-2E6F-5543-8379-36DA7C63F9FF}" type="presParOf" srcId="{09B3AC02-CABF-AE49-B43F-A7D58F532D47}" destId="{75714333-C3B3-094B-99C8-96D4DFEECC28}" srcOrd="1" destOrd="0" presId="urn:microsoft.com/office/officeart/2005/8/layout/bProcess4"/>
    <dgm:cxn modelId="{127C0488-2909-9A45-B0B8-6202D44C61C9}" type="presParOf" srcId="{3604C189-06DC-8746-8102-F7EF3B6732A8}" destId="{ED0B6909-4DE8-F244-8368-823768638807}" srcOrd="9" destOrd="0" presId="urn:microsoft.com/office/officeart/2005/8/layout/bProcess4"/>
    <dgm:cxn modelId="{BD5EB244-DE09-2241-9B0D-2E86B5739777}" type="presParOf" srcId="{3604C189-06DC-8746-8102-F7EF3B6732A8}" destId="{45075A8A-4447-814C-9095-847B66D85D32}" srcOrd="10" destOrd="0" presId="urn:microsoft.com/office/officeart/2005/8/layout/bProcess4"/>
    <dgm:cxn modelId="{BF3DC6BD-DDD6-0143-BACB-99EFD1752716}" type="presParOf" srcId="{45075A8A-4447-814C-9095-847B66D85D32}" destId="{8144BEF3-7E8E-F744-8F87-ACE0FBDE1E0D}" srcOrd="0" destOrd="0" presId="urn:microsoft.com/office/officeart/2005/8/layout/bProcess4"/>
    <dgm:cxn modelId="{5447A6A2-F072-A848-A6D8-DDF02B5B6419}" type="presParOf" srcId="{45075A8A-4447-814C-9095-847B66D85D32}" destId="{64756AB4-F1A3-384A-A908-06012E705205}" srcOrd="1" destOrd="0" presId="urn:microsoft.com/office/officeart/2005/8/layout/bProcess4"/>
    <dgm:cxn modelId="{B54F6488-E6CC-A44F-A614-FEB269780854}" type="presParOf" srcId="{3604C189-06DC-8746-8102-F7EF3B6732A8}" destId="{58FAF901-6BAC-F143-A2A5-5D674016E304}" srcOrd="11" destOrd="0" presId="urn:microsoft.com/office/officeart/2005/8/layout/bProcess4"/>
    <dgm:cxn modelId="{4B0946D3-6879-A346-9700-507ADD77E883}" type="presParOf" srcId="{3604C189-06DC-8746-8102-F7EF3B6732A8}" destId="{41A1AE48-4B54-9644-BF49-1500BC011B3E}" srcOrd="12" destOrd="0" presId="urn:microsoft.com/office/officeart/2005/8/layout/bProcess4"/>
    <dgm:cxn modelId="{FA5259F0-CFC6-F741-ADB9-C3171C08E477}" type="presParOf" srcId="{41A1AE48-4B54-9644-BF49-1500BC011B3E}" destId="{1E9C4162-AEC5-B548-8063-E1FA1D3B0A32}" srcOrd="0" destOrd="0" presId="urn:microsoft.com/office/officeart/2005/8/layout/bProcess4"/>
    <dgm:cxn modelId="{A9F3ADA4-FD14-DD4E-9B0D-FC20FCCE84F8}" type="presParOf" srcId="{41A1AE48-4B54-9644-BF49-1500BC011B3E}" destId="{F0E23ED5-B2FC-4E43-B071-84255F1AD512}" srcOrd="1" destOrd="0" presId="urn:microsoft.com/office/officeart/2005/8/layout/bProcess4"/>
    <dgm:cxn modelId="{4C890A76-9263-CA4C-AB3E-76BF7AB6934F}" type="presParOf" srcId="{3604C189-06DC-8746-8102-F7EF3B6732A8}" destId="{1CE3EC70-9B39-7241-AE80-1620BE86EB0B}" srcOrd="13" destOrd="0" presId="urn:microsoft.com/office/officeart/2005/8/layout/bProcess4"/>
    <dgm:cxn modelId="{B01ED8F9-DA3D-1F4F-BB3F-9B6DE999C14F}" type="presParOf" srcId="{3604C189-06DC-8746-8102-F7EF3B6732A8}" destId="{FD631CB4-5FD1-AB44-A241-79B3AE7E2A97}" srcOrd="14" destOrd="0" presId="urn:microsoft.com/office/officeart/2005/8/layout/bProcess4"/>
    <dgm:cxn modelId="{48AC6884-531C-CE4F-ABA5-78D239FD61D8}" type="presParOf" srcId="{FD631CB4-5FD1-AB44-A241-79B3AE7E2A97}" destId="{E7E6A49B-442A-6948-9CA4-22427FB2169D}" srcOrd="0" destOrd="0" presId="urn:microsoft.com/office/officeart/2005/8/layout/bProcess4"/>
    <dgm:cxn modelId="{4967BA43-8AB5-5643-A9F1-F9FB43356F12}" type="presParOf" srcId="{FD631CB4-5FD1-AB44-A241-79B3AE7E2A97}" destId="{0B7B9673-0F04-3341-A8BA-7956B7A0A825}" srcOrd="1" destOrd="0" presId="urn:microsoft.com/office/officeart/2005/8/layout/bProcess4"/>
    <dgm:cxn modelId="{C4C613F1-CBC0-1549-8043-B97AFBB48893}" type="presParOf" srcId="{3604C189-06DC-8746-8102-F7EF3B6732A8}" destId="{2826DBB9-DF3C-7045-B35F-01A671D509F2}" srcOrd="15" destOrd="0" presId="urn:microsoft.com/office/officeart/2005/8/layout/bProcess4"/>
    <dgm:cxn modelId="{E769DD69-E42B-6B4F-9761-4A20E40A375A}" type="presParOf" srcId="{3604C189-06DC-8746-8102-F7EF3B6732A8}" destId="{4D40EF43-1417-0A46-9A1A-0DA90929CC7E}" srcOrd="16" destOrd="0" presId="urn:microsoft.com/office/officeart/2005/8/layout/bProcess4"/>
    <dgm:cxn modelId="{3AD1D650-9E43-4445-BBAE-3FAC9BC5FD08}" type="presParOf" srcId="{4D40EF43-1417-0A46-9A1A-0DA90929CC7E}" destId="{D92E88FC-ABC5-3443-9114-42BB0448E6E0}" srcOrd="0" destOrd="0" presId="urn:microsoft.com/office/officeart/2005/8/layout/bProcess4"/>
    <dgm:cxn modelId="{20137207-BB2F-094E-A47A-13652E7FF6D8}" type="presParOf" srcId="{4D40EF43-1417-0A46-9A1A-0DA90929CC7E}" destId="{5F40A0D1-8BC8-4042-81DC-76DBC0D29C80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60726-3A9C-4745-8341-37A5653E3A80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Finalize team rosters for all 27 projects</a:t>
          </a:r>
        </a:p>
      </dsp:txBody>
      <dsp:txXfrm>
        <a:off x="3080" y="1765067"/>
        <a:ext cx="2444055" cy="2053006"/>
      </dsp:txXfrm>
    </dsp:sp>
    <dsp:sp modelId="{D09BB473-B02A-F84E-816F-601698996FAE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CE771587-7A04-1B4D-BFCD-D1069BC335A6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EF574-479B-A442-BE61-A8B8C5C899AA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2244908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8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Ensure all 54 available Capstone students are placed</a:t>
          </a:r>
        </a:p>
      </dsp:txBody>
      <dsp:txXfrm>
        <a:off x="2691541" y="1765067"/>
        <a:ext cx="2444055" cy="2053006"/>
      </dsp:txXfrm>
    </dsp:sp>
    <dsp:sp modelId="{A1CA6B70-0B81-6A4A-B75A-FE3E29AD64BB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2">
            <a:hueOff val="1841032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2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FFC0CB54-FB23-C644-B1D9-FE4A17ACCF29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2">
            <a:hueOff val="2761548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8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72A90-E6FC-324F-A50E-8091A2C654BD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4489816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6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 community-first vs. staffed projects</a:t>
          </a:r>
        </a:p>
      </dsp:txBody>
      <dsp:txXfrm>
        <a:off x="5380002" y="1765067"/>
        <a:ext cx="2444055" cy="2053006"/>
      </dsp:txXfrm>
    </dsp:sp>
    <dsp:sp modelId="{50999EDF-E59C-5D40-9717-9978312E50FC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2">
            <a:hueOff val="3682064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4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0597C3A6-2F8A-F542-97DD-333DA27278B3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2">
            <a:hueOff val="4602580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0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8223B-7F51-8C43-9427-EDCD882AA91C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Complete in 30 minutes</a:t>
          </a:r>
        </a:p>
      </dsp:txBody>
      <dsp:txXfrm>
        <a:off x="8068463" y="1765067"/>
        <a:ext cx="2444055" cy="2053006"/>
      </dsp:txXfrm>
    </dsp:sp>
    <dsp:sp modelId="{92D4B1C1-D244-3844-A706-DAF20D189965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2">
            <a:hueOff val="5523096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6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AED540D6-F7C4-E849-AEEA-2AE84FC62A86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4229A-3A04-8B4C-A35F-27CACF58D734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08B98B03-D413-B642-BFA3-91D0CE157F66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0: Initial Claims</a:t>
          </a:r>
        </a:p>
      </dsp:txBody>
      <dsp:txXfrm>
        <a:off x="748607" y="2795"/>
        <a:ext cx="1922896" cy="1153737"/>
      </dsp:txXfrm>
    </dsp:sp>
    <dsp:sp modelId="{62E80456-06A0-F144-941B-3FCACE5297EE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9460CF8C-D4E0-664B-B249-BD6C61095FF2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Confirm Spreadsheet access</a:t>
          </a:r>
        </a:p>
      </dsp:txBody>
      <dsp:txXfrm>
        <a:off x="3113770" y="2795"/>
        <a:ext cx="1922896" cy="1153737"/>
      </dsp:txXfrm>
    </dsp:sp>
    <dsp:sp modelId="{8C55E6D0-789B-B74A-BA3F-5BA373AFF160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CAD31197-04D7-1C47-AB6B-DCC804F6F679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1: Initial Claims</a:t>
          </a:r>
        </a:p>
      </dsp:txBody>
      <dsp:txXfrm>
        <a:off x="5478933" y="2795"/>
        <a:ext cx="1922896" cy="1153737"/>
      </dsp:txXfrm>
    </dsp:sp>
    <dsp:sp modelId="{98BC7840-D277-6E4C-90A3-5074B44BE659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CB3B1B1-E496-2B4D-94BD-7A325E3D14C7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Mark students you want in spreadsheet</a:t>
          </a:r>
        </a:p>
      </dsp:txBody>
      <dsp:txXfrm>
        <a:off x="7844095" y="2795"/>
        <a:ext cx="1922896" cy="1153737"/>
      </dsp:txXfrm>
    </dsp:sp>
    <dsp:sp modelId="{7B55531F-D550-874E-8D5D-A7BBCA1C38E0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6B2CBBF1-2891-0E44-AAFB-6FC40AF5FB82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Phase 2: Conflict Resolution </a:t>
          </a:r>
          <a:br>
            <a:rPr lang="en-US" sz="1700" kern="1200" dirty="0"/>
          </a:br>
          <a:r>
            <a:rPr lang="en-US" sz="1700" kern="1200" dirty="0"/>
            <a:t>(15 min)</a:t>
          </a:r>
        </a:p>
      </dsp:txBody>
      <dsp:txXfrm>
        <a:off x="748607" y="1598800"/>
        <a:ext cx="1922896" cy="1153737"/>
      </dsp:txXfrm>
    </dsp:sp>
    <dsp:sp modelId="{AD058D97-A708-B74E-B1A5-928607170C8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1D785A04-E15C-D742-9E2A-B39348CE2779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Negotiate contested students</a:t>
          </a:r>
        </a:p>
      </dsp:txBody>
      <dsp:txXfrm>
        <a:off x="3113770" y="1598800"/>
        <a:ext cx="1922896" cy="1153737"/>
      </dsp:txXfrm>
    </dsp:sp>
    <dsp:sp modelId="{29A72911-815B-7C4F-A03D-FAFFB0517038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C8B25DB6-FA05-6C42-8AF9-8AEF3EE3583B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Phase 3: Gap Filling (5 min)</a:t>
          </a:r>
        </a:p>
      </dsp:txBody>
      <dsp:txXfrm>
        <a:off x="5478933" y="1598800"/>
        <a:ext cx="1922896" cy="1153737"/>
      </dsp:txXfrm>
    </dsp:sp>
    <dsp:sp modelId="{E33EA8D6-509B-7849-8CCB-29FEBAB8CDF3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DD10195A-AEFC-2047-938D-E7D37F14863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Under-staffed projects claim remaining students</a:t>
          </a:r>
        </a:p>
      </dsp:txBody>
      <dsp:txXfrm>
        <a:off x="7844095" y="1598800"/>
        <a:ext cx="1922896" cy="1153737"/>
      </dsp:txXfrm>
    </dsp:sp>
    <dsp:sp modelId="{31E802EE-4825-FA48-9980-367F9A6F1C5C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101C6734-DA41-A34E-AF01-127A29DBA464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Phase 4: Finalization </a:t>
          </a:r>
          <a:br>
            <a:rPr lang="en-US" sz="1700" kern="1200" dirty="0"/>
          </a:br>
          <a:r>
            <a:rPr lang="en-US" sz="1700" kern="1200" dirty="0"/>
            <a:t>(2 min)</a:t>
          </a:r>
        </a:p>
      </dsp:txBody>
      <dsp:txXfrm>
        <a:off x="748607" y="3194804"/>
        <a:ext cx="1922896" cy="1153737"/>
      </dsp:txXfrm>
    </dsp:sp>
    <dsp:sp modelId="{42CF0F7D-5112-4143-AF66-E4005A11F2FE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Lock rosters, confirm community-first projects</a:t>
          </a:r>
        </a:p>
      </dsp:txBody>
      <dsp:txXfrm>
        <a:off x="3113770" y="3194804"/>
        <a:ext cx="1922896" cy="11537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40BE8-667D-404D-8050-17EF88C1A415}">
      <dsp:nvSpPr>
        <dsp:cNvPr id="0" name=""/>
        <dsp:cNvSpPr/>
      </dsp:nvSpPr>
      <dsp:spPr>
        <a:xfrm>
          <a:off x="0" y="3323"/>
          <a:ext cx="9994900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6E9BA-D710-4461-AEDF-F4255576EDD0}">
      <dsp:nvSpPr>
        <dsp:cNvPr id="0" name=""/>
        <dsp:cNvSpPr/>
      </dsp:nvSpPr>
      <dsp:spPr>
        <a:xfrm>
          <a:off x="214162" y="162618"/>
          <a:ext cx="389386" cy="3893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AD1D3-316B-48F4-B446-891551BDB5F8}">
      <dsp:nvSpPr>
        <dsp:cNvPr id="0" name=""/>
        <dsp:cNvSpPr/>
      </dsp:nvSpPr>
      <dsp:spPr>
        <a:xfrm>
          <a:off x="817711" y="3323"/>
          <a:ext cx="9177188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Every Capstone student must join a project team</a:t>
          </a:r>
        </a:p>
      </dsp:txBody>
      <dsp:txXfrm>
        <a:off x="817711" y="3323"/>
        <a:ext cx="9177188" cy="707975"/>
      </dsp:txXfrm>
    </dsp:sp>
    <dsp:sp modelId="{FF177205-7DFB-480D-91B8-3EAA538C8C5D}">
      <dsp:nvSpPr>
        <dsp:cNvPr id="0" name=""/>
        <dsp:cNvSpPr/>
      </dsp:nvSpPr>
      <dsp:spPr>
        <a:xfrm>
          <a:off x="0" y="888293"/>
          <a:ext cx="9994900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1BCDB1-0E13-4BC7-B2E5-F2328BCE7209}">
      <dsp:nvSpPr>
        <dsp:cNvPr id="0" name=""/>
        <dsp:cNvSpPr/>
      </dsp:nvSpPr>
      <dsp:spPr>
        <a:xfrm>
          <a:off x="214162" y="1047587"/>
          <a:ext cx="389386" cy="3893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70B7E-858B-4E53-BD01-1A3DCEEF76F1}">
      <dsp:nvSpPr>
        <dsp:cNvPr id="0" name=""/>
        <dsp:cNvSpPr/>
      </dsp:nvSpPr>
      <dsp:spPr>
        <a:xfrm>
          <a:off x="817711" y="888293"/>
          <a:ext cx="9177188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Target team size: 2 students per project</a:t>
          </a:r>
        </a:p>
      </dsp:txBody>
      <dsp:txXfrm>
        <a:off x="817711" y="888293"/>
        <a:ext cx="9177188" cy="707975"/>
      </dsp:txXfrm>
    </dsp:sp>
    <dsp:sp modelId="{DE549827-BB67-4712-9EBB-FFD8669B7223}">
      <dsp:nvSpPr>
        <dsp:cNvPr id="0" name=""/>
        <dsp:cNvSpPr/>
      </dsp:nvSpPr>
      <dsp:spPr>
        <a:xfrm>
          <a:off x="0" y="1773262"/>
          <a:ext cx="9994900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39628E-65A5-40FD-AECD-53962C72F39F}">
      <dsp:nvSpPr>
        <dsp:cNvPr id="0" name=""/>
        <dsp:cNvSpPr/>
      </dsp:nvSpPr>
      <dsp:spPr>
        <a:xfrm>
          <a:off x="214162" y="1932557"/>
          <a:ext cx="389386" cy="3893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2F0EC-59A8-4A70-B7FD-CAADEA1B2CD4}">
      <dsp:nvSpPr>
        <dsp:cNvPr id="0" name=""/>
        <dsp:cNvSpPr/>
      </dsp:nvSpPr>
      <dsp:spPr>
        <a:xfrm>
          <a:off x="817711" y="1773262"/>
          <a:ext cx="4497705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DOSSP projects can operate community-first (0 members) EXCEPT:</a:t>
          </a:r>
        </a:p>
      </dsp:txBody>
      <dsp:txXfrm>
        <a:off x="817711" y="1773262"/>
        <a:ext cx="4497705" cy="707975"/>
      </dsp:txXfrm>
    </dsp:sp>
    <dsp:sp modelId="{A3D423BC-784C-49F5-B412-E98AF4C76FEB}">
      <dsp:nvSpPr>
        <dsp:cNvPr id="0" name=""/>
        <dsp:cNvSpPr/>
      </dsp:nvSpPr>
      <dsp:spPr>
        <a:xfrm>
          <a:off x="5315416" y="1773262"/>
          <a:ext cx="4679483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Tech Leads substituting DOSSP for Capstone II MUST have teams (7 projects)</a:t>
          </a:r>
        </a:p>
      </dsp:txBody>
      <dsp:txXfrm>
        <a:off x="5315416" y="1773262"/>
        <a:ext cx="4679483" cy="707975"/>
      </dsp:txXfrm>
    </dsp:sp>
    <dsp:sp modelId="{F7933143-9A49-40C1-8DAB-D1AFB0C62BEE}">
      <dsp:nvSpPr>
        <dsp:cNvPr id="0" name=""/>
        <dsp:cNvSpPr/>
      </dsp:nvSpPr>
      <dsp:spPr>
        <a:xfrm>
          <a:off x="0" y="2658232"/>
          <a:ext cx="9994900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AECFA-FEA3-4550-A4C7-36A60CCA9FE4}">
      <dsp:nvSpPr>
        <dsp:cNvPr id="0" name=""/>
        <dsp:cNvSpPr/>
      </dsp:nvSpPr>
      <dsp:spPr>
        <a:xfrm>
          <a:off x="214162" y="2817526"/>
          <a:ext cx="389386" cy="3893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A177D-95BD-4FAC-BA30-2B913E9BCE5C}">
      <dsp:nvSpPr>
        <dsp:cNvPr id="0" name=""/>
        <dsp:cNvSpPr/>
      </dsp:nvSpPr>
      <dsp:spPr>
        <a:xfrm>
          <a:off x="817711" y="2658232"/>
          <a:ext cx="9177188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 SE Capstone student pre-assigned to specific project</a:t>
          </a:r>
        </a:p>
      </dsp:txBody>
      <dsp:txXfrm>
        <a:off x="817711" y="2658232"/>
        <a:ext cx="9177188" cy="707975"/>
      </dsp:txXfrm>
    </dsp:sp>
    <dsp:sp modelId="{1F3808D5-A72F-45A8-92C8-FA1B474B319A}">
      <dsp:nvSpPr>
        <dsp:cNvPr id="0" name=""/>
        <dsp:cNvSpPr/>
      </dsp:nvSpPr>
      <dsp:spPr>
        <a:xfrm>
          <a:off x="0" y="3543201"/>
          <a:ext cx="9994900" cy="707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91CEAE-3385-4A37-98A8-D27A7B72CB1D}">
      <dsp:nvSpPr>
        <dsp:cNvPr id="0" name=""/>
        <dsp:cNvSpPr/>
      </dsp:nvSpPr>
      <dsp:spPr>
        <a:xfrm>
          <a:off x="214162" y="3702496"/>
          <a:ext cx="389386" cy="3893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DF759-AE58-4480-8CB4-3F342FBC8F04}">
      <dsp:nvSpPr>
        <dsp:cNvPr id="0" name=""/>
        <dsp:cNvSpPr/>
      </dsp:nvSpPr>
      <dsp:spPr>
        <a:xfrm>
          <a:off x="817711" y="3543201"/>
          <a:ext cx="9177188" cy="707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927" tIns="74927" rIns="74927" bIns="7492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 incomplete students available as supplements only (or special project)</a:t>
          </a:r>
        </a:p>
      </dsp:txBody>
      <dsp:txXfrm>
        <a:off x="817711" y="3543201"/>
        <a:ext cx="9177188" cy="7079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D9885-8B7A-C040-8EA9-D49CA9324B10}">
      <dsp:nvSpPr>
        <dsp:cNvPr id="0" name=""/>
        <dsp:cNvSpPr/>
      </dsp:nvSpPr>
      <dsp:spPr>
        <a:xfrm>
          <a:off x="0" y="376006"/>
          <a:ext cx="5181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How to list your preferences:</a:t>
          </a:r>
          <a:endParaRPr lang="en-US" sz="1700" kern="1200" dirty="0"/>
        </a:p>
      </dsp:txBody>
      <dsp:txXfrm>
        <a:off x="20390" y="396396"/>
        <a:ext cx="5140820" cy="376910"/>
      </dsp:txXfrm>
    </dsp:sp>
    <dsp:sp modelId="{F97EE4C5-D9F6-D64B-BEA0-33ED98375D95}">
      <dsp:nvSpPr>
        <dsp:cNvPr id="0" name=""/>
        <dsp:cNvSpPr/>
      </dsp:nvSpPr>
      <dsp:spPr>
        <a:xfrm>
          <a:off x="0" y="842656"/>
          <a:ext cx="5181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 your name to your product in the Teams tab</a:t>
          </a:r>
        </a:p>
      </dsp:txBody>
      <dsp:txXfrm>
        <a:off x="20390" y="863046"/>
        <a:ext cx="5140820" cy="376910"/>
      </dsp:txXfrm>
    </dsp:sp>
    <dsp:sp modelId="{9D557E8C-48ED-EB4B-9F33-724F101A1446}">
      <dsp:nvSpPr>
        <dsp:cNvPr id="0" name=""/>
        <dsp:cNvSpPr/>
      </dsp:nvSpPr>
      <dsp:spPr>
        <a:xfrm>
          <a:off x="0" y="1309306"/>
          <a:ext cx="5181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 your choices to Dev 1 and Dev 2 in the Teams tab</a:t>
          </a:r>
        </a:p>
      </dsp:txBody>
      <dsp:txXfrm>
        <a:off x="20390" y="1329696"/>
        <a:ext cx="5140820" cy="376910"/>
      </dsp:txXfrm>
    </dsp:sp>
    <dsp:sp modelId="{4D934B73-1A46-674A-B92F-E45135DD2E56}">
      <dsp:nvSpPr>
        <dsp:cNvPr id="0" name=""/>
        <dsp:cNvSpPr/>
      </dsp:nvSpPr>
      <dsp:spPr>
        <a:xfrm>
          <a:off x="0" y="1726996"/>
          <a:ext cx="5181600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300" kern="1200" dirty="0"/>
        </a:p>
      </dsp:txBody>
      <dsp:txXfrm>
        <a:off x="0" y="1726996"/>
        <a:ext cx="5181600" cy="897345"/>
      </dsp:txXfrm>
    </dsp:sp>
    <dsp:sp modelId="{ECF0089A-79A8-F543-A280-E0119E468229}">
      <dsp:nvSpPr>
        <dsp:cNvPr id="0" name=""/>
        <dsp:cNvSpPr/>
      </dsp:nvSpPr>
      <dsp:spPr>
        <a:xfrm>
          <a:off x="0" y="2624341"/>
          <a:ext cx="5181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How to mark claims:</a:t>
          </a:r>
          <a:endParaRPr lang="en-US" sz="1700" kern="1200" dirty="0"/>
        </a:p>
      </dsp:txBody>
      <dsp:txXfrm>
        <a:off x="20390" y="2644731"/>
        <a:ext cx="5140820" cy="376910"/>
      </dsp:txXfrm>
    </dsp:sp>
    <dsp:sp modelId="{62531ED3-850B-F14D-B03B-CE28E27A9EAA}">
      <dsp:nvSpPr>
        <dsp:cNvPr id="0" name=""/>
        <dsp:cNvSpPr/>
      </dsp:nvSpPr>
      <dsp:spPr>
        <a:xfrm>
          <a:off x="0" y="3090991"/>
          <a:ext cx="5181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 your project next to a cell in the Developers tab</a:t>
          </a:r>
        </a:p>
      </dsp:txBody>
      <dsp:txXfrm>
        <a:off x="20390" y="3111381"/>
        <a:ext cx="5140820" cy="376910"/>
      </dsp:txXfrm>
    </dsp:sp>
    <dsp:sp modelId="{F3EA06E9-A47C-F04A-BB5E-4DB4344572F8}">
      <dsp:nvSpPr>
        <dsp:cNvPr id="0" name=""/>
        <dsp:cNvSpPr/>
      </dsp:nvSpPr>
      <dsp:spPr>
        <a:xfrm>
          <a:off x="0" y="3557641"/>
          <a:ext cx="5181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Multiple claims = conflict to resolve in Phase 2</a:t>
          </a:r>
        </a:p>
      </dsp:txBody>
      <dsp:txXfrm>
        <a:off x="20390" y="3578031"/>
        <a:ext cx="5140820" cy="3769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BD75C-F397-F949-A4E7-AEB103D3380D}">
      <dsp:nvSpPr>
        <dsp:cNvPr id="0" name=""/>
        <dsp:cNvSpPr/>
      </dsp:nvSpPr>
      <dsp:spPr>
        <a:xfrm rot="5400000">
          <a:off x="1110935" y="987930"/>
          <a:ext cx="1546756" cy="18646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AFD3C-F3BC-3E4D-A9D4-DA5A22CFD481}">
      <dsp:nvSpPr>
        <dsp:cNvPr id="0" name=""/>
        <dsp:cNvSpPr/>
      </dsp:nvSpPr>
      <dsp:spPr>
        <a:xfrm>
          <a:off x="1466407" y="279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After this session:</a:t>
          </a:r>
          <a:endParaRPr lang="en-US" sz="1900" kern="1200"/>
        </a:p>
      </dsp:txBody>
      <dsp:txXfrm>
        <a:off x="1502816" y="36688"/>
        <a:ext cx="1998981" cy="1170261"/>
      </dsp:txXfrm>
    </dsp:sp>
    <dsp:sp modelId="{B7915F88-7E27-E447-A710-06D7E242DFE3}">
      <dsp:nvSpPr>
        <dsp:cNvPr id="0" name=""/>
        <dsp:cNvSpPr/>
      </dsp:nvSpPr>
      <dsp:spPr>
        <a:xfrm rot="5400000">
          <a:off x="1110935" y="2541780"/>
          <a:ext cx="1546756" cy="18646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D6ADE-B9BB-8041-A3E1-1BFBC4C2E692}">
      <dsp:nvSpPr>
        <dsp:cNvPr id="0" name=""/>
        <dsp:cNvSpPr/>
      </dsp:nvSpPr>
      <dsp:spPr>
        <a:xfrm>
          <a:off x="1466407" y="1554129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Students notified of placements</a:t>
          </a:r>
        </a:p>
      </dsp:txBody>
      <dsp:txXfrm>
        <a:off x="1502816" y="1590538"/>
        <a:ext cx="1998981" cy="1170261"/>
      </dsp:txXfrm>
    </dsp:sp>
    <dsp:sp modelId="{B496BECB-9E11-3548-8212-FFB56812A1CB}">
      <dsp:nvSpPr>
        <dsp:cNvPr id="0" name=""/>
        <dsp:cNvSpPr/>
      </dsp:nvSpPr>
      <dsp:spPr>
        <a:xfrm>
          <a:off x="1887860" y="3318704"/>
          <a:ext cx="2748400" cy="18646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3F5EB-69E2-A949-9660-FE121BA94719}">
      <dsp:nvSpPr>
        <dsp:cNvPr id="0" name=""/>
        <dsp:cNvSpPr/>
      </dsp:nvSpPr>
      <dsp:spPr>
        <a:xfrm>
          <a:off x="1466407" y="3107978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Start Onboarding and working first issue ASAP</a:t>
          </a:r>
        </a:p>
      </dsp:txBody>
      <dsp:txXfrm>
        <a:off x="1502816" y="3144387"/>
        <a:ext cx="1998981" cy="1170261"/>
      </dsp:txXfrm>
    </dsp:sp>
    <dsp:sp modelId="{02B8F9ED-B3D7-BB4F-A9A3-B54555609CED}">
      <dsp:nvSpPr>
        <dsp:cNvPr id="0" name=""/>
        <dsp:cNvSpPr/>
      </dsp:nvSpPr>
      <dsp:spPr>
        <a:xfrm rot="16200000">
          <a:off x="3866428" y="2541780"/>
          <a:ext cx="1546756" cy="18646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31F33-44B4-1C4D-A1A7-21B6D39E9156}">
      <dsp:nvSpPr>
        <dsp:cNvPr id="0" name=""/>
        <dsp:cNvSpPr/>
      </dsp:nvSpPr>
      <dsp:spPr>
        <a:xfrm>
          <a:off x="4221900" y="3107978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48-hour veto window for students</a:t>
          </a:r>
        </a:p>
      </dsp:txBody>
      <dsp:txXfrm>
        <a:off x="4258309" y="3144387"/>
        <a:ext cx="1998981" cy="1170261"/>
      </dsp:txXfrm>
    </dsp:sp>
    <dsp:sp modelId="{ED0B6909-4DE8-F244-8368-823768638807}">
      <dsp:nvSpPr>
        <dsp:cNvPr id="0" name=""/>
        <dsp:cNvSpPr/>
      </dsp:nvSpPr>
      <dsp:spPr>
        <a:xfrm rot="16200000">
          <a:off x="3866428" y="987930"/>
          <a:ext cx="1546756" cy="18646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14333-C3B3-094B-99C8-96D4DFEECC28}">
      <dsp:nvSpPr>
        <dsp:cNvPr id="0" name=""/>
        <dsp:cNvSpPr/>
      </dsp:nvSpPr>
      <dsp:spPr>
        <a:xfrm>
          <a:off x="4221900" y="1554129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Instructor makes final adjustments if needed</a:t>
          </a:r>
        </a:p>
      </dsp:txBody>
      <dsp:txXfrm>
        <a:off x="4258309" y="1590538"/>
        <a:ext cx="1998981" cy="1170261"/>
      </dsp:txXfrm>
    </dsp:sp>
    <dsp:sp modelId="{58FAF901-6BAC-F143-A2A5-5D674016E304}">
      <dsp:nvSpPr>
        <dsp:cNvPr id="0" name=""/>
        <dsp:cNvSpPr/>
      </dsp:nvSpPr>
      <dsp:spPr>
        <a:xfrm>
          <a:off x="4643353" y="211006"/>
          <a:ext cx="2748400" cy="18646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56AB4-F1A3-384A-A908-06012E705205}">
      <dsp:nvSpPr>
        <dsp:cNvPr id="0" name=""/>
        <dsp:cNvSpPr/>
      </dsp:nvSpPr>
      <dsp:spPr>
        <a:xfrm>
          <a:off x="4221900" y="279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Rosters locked by Friday, January 16 at 5 p.m.</a:t>
          </a:r>
        </a:p>
      </dsp:txBody>
      <dsp:txXfrm>
        <a:off x="4258309" y="36688"/>
        <a:ext cx="1998981" cy="1170261"/>
      </dsp:txXfrm>
    </dsp:sp>
    <dsp:sp modelId="{1CE3EC70-9B39-7241-AE80-1620BE86EB0B}">
      <dsp:nvSpPr>
        <dsp:cNvPr id="0" name=""/>
        <dsp:cNvSpPr/>
      </dsp:nvSpPr>
      <dsp:spPr>
        <a:xfrm rot="5400000">
          <a:off x="6621921" y="987930"/>
          <a:ext cx="1546756" cy="18646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23ED5-B2FC-4E43-B071-84255F1AD512}">
      <dsp:nvSpPr>
        <dsp:cNvPr id="0" name=""/>
        <dsp:cNvSpPr/>
      </dsp:nvSpPr>
      <dsp:spPr>
        <a:xfrm>
          <a:off x="6977393" y="279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Community-first projects:</a:t>
          </a:r>
          <a:endParaRPr lang="en-US" sz="1900" kern="1200"/>
        </a:p>
      </dsp:txBody>
      <dsp:txXfrm>
        <a:off x="7013802" y="36688"/>
        <a:ext cx="1998981" cy="1170261"/>
      </dsp:txXfrm>
    </dsp:sp>
    <dsp:sp modelId="{2826DBB9-DF3C-7045-B35F-01A671D509F2}">
      <dsp:nvSpPr>
        <dsp:cNvPr id="0" name=""/>
        <dsp:cNvSpPr/>
      </dsp:nvSpPr>
      <dsp:spPr>
        <a:xfrm rot="5400000">
          <a:off x="6621921" y="2541780"/>
          <a:ext cx="1546756" cy="18646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B9673-0F04-3341-A8BA-7956B7A0A825}">
      <dsp:nvSpPr>
        <dsp:cNvPr id="0" name=""/>
        <dsp:cNvSpPr/>
      </dsp:nvSpPr>
      <dsp:spPr>
        <a:xfrm>
          <a:off x="6977393" y="1554129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Proceed without dedicated team</a:t>
          </a:r>
        </a:p>
      </dsp:txBody>
      <dsp:txXfrm>
        <a:off x="7013802" y="1590538"/>
        <a:ext cx="1998981" cy="1170261"/>
      </dsp:txXfrm>
    </dsp:sp>
    <dsp:sp modelId="{5F40A0D1-8BC8-4042-81DC-76DBC0D29C80}">
      <dsp:nvSpPr>
        <dsp:cNvPr id="0" name=""/>
        <dsp:cNvSpPr/>
      </dsp:nvSpPr>
      <dsp:spPr>
        <a:xfrm>
          <a:off x="6977393" y="3107978"/>
          <a:ext cx="2071799" cy="12430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Focus on external contributors</a:t>
          </a:r>
        </a:p>
      </dsp:txBody>
      <dsp:txXfrm>
        <a:off x="7013802" y="3144387"/>
        <a:ext cx="1998981" cy="11702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6CA5-C263-74C8-339B-7587258BC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CB2E1-BA56-4EFF-D8CD-546636304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ECBFF-DD17-7B72-92F5-1B54072D0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CD131-7B2D-B777-3284-0C0F0B6F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68A2B-F231-CCEF-4E9C-29C78B1D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70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4BF3-EC75-4F96-02F4-8EC2BFEE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5158B-17DB-1EDA-2791-2432193DE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9B4D6-F304-D24F-E348-656D648F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A145E-2128-49D9-2DA4-D43D1E8D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4C979-166C-0A16-7382-069EC6CE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0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CC2D-30E3-7229-9B66-9FA9E73A5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6A3D2-AA01-934E-3D14-3928032BF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E9567-4C55-68FA-4057-E3921A18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586B3-70E1-E1E7-9E1D-C3AFA082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D89E9-06E3-7462-555B-97F5F46B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0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49E5-D09B-4D67-DEDD-68FD4CF4C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6DC85-0BDD-4064-DDF8-7969B2C34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F687D-30A8-CB5F-B4E5-D0319DED3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375DD-86B5-C0C3-3F3A-13F54C048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B09B8-42F4-1C0F-798C-C436E4A62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EB517-93E4-FEAA-FE67-27002E2D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1F00-FE11-5510-50F5-A1841411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D8039-B72F-BA6F-5D42-E93D5A162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68899-0CD9-ED6F-2E04-55621F6FE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02608-2840-C1B4-41D7-5400BFF17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1108B-F199-E866-4530-1565887FB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5BB9DD-D714-8317-8330-87559045A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A7F15-4B05-0B65-6367-BD82A5A3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5958B-AC16-A0D0-B288-9903C3FAC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15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1792A-2572-4696-48E0-E08BB37B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27478-B443-CF53-6289-958C6B72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6ABA7-8077-A2C7-D674-613B7362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F4E53-3F92-57D1-6007-3FC1F4F3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63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4F060-5BE5-CF7E-BCAB-B31C486E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337CEE-C8E1-9CB9-B000-A2636F0E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84129-9E20-3D51-BF64-889B4B8D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2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5FE2-D817-8511-1A61-4AE2AAAB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A6887-8447-9CE0-E79B-C8170BEA2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0CE53-C0A0-CA2B-A4F1-8AA89F2D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3C052-9E88-4093-C6DC-3CA4E7D63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49E3E-5DF1-623E-B9F5-B7DFD43C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62366-ECEA-D557-4CEC-C774DA2D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4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0860-B518-053D-343C-7D7D67249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3C5A14-924A-F6A2-8866-87BA7C843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65249-19D3-E0C0-BA31-C7A9DB268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D95AA-CE24-A343-2C6F-66645B9E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A0D25-9DD1-C7F5-2D67-19BA8362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22096-F23F-31EC-09D7-AB650F1B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EEC52-1515-3607-B1A0-8927A7BBE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BD21A-36EB-74E6-0894-9A3E903EF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BF46F-C05E-E61C-C5AA-19E858550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37CF5-FA33-4826-D097-C65E7907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72534-8D68-9449-39C4-FAD3E502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9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4749DC-7764-7095-F423-1A83A2E23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C4335-88D8-BE85-5818-3B92F1CD8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3EBB8-F5C1-8B3C-B44B-7F55F30E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94B97-2FAC-C552-07EC-67B0C5A43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5C454-7E5C-721B-33C5-5B4E93F4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0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79A23-EFD5-F58C-CD45-BD7A527B1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506DB-C28E-F904-4CFB-B4EF9D8A5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B6C56-89B3-31F6-C580-B4F866C90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DCFF7-E796-4E4B-BECF-75C4079ABD60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0AEFE-2C85-8A3B-7488-78BA20B26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96D94-F282-2EF6-2103-C9C10C823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74B1A-D613-4B41-AF88-03A96F9DE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11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svg"/><Relationship Id="rId7" Type="http://schemas.openxmlformats.org/officeDocument/2006/relationships/diagramColors" Target="../diagrams/colors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F8268-85FB-4498-DCF3-8A6408AB4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0600"/>
              <a:t>Spring 2026 Team 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F2F41-29E8-FD35-658E-7102E7D2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Final Roster Decisions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4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DDC819-6269-C247-11F4-EBABE361C7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607" b="71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0F9FA-A240-C4AC-3F2A-559BB420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Objectives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A4F609-AF04-3295-87B2-8B7F456258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7514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9833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E53198-85B5-320B-1B6B-499DE634DA1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6DC11-CA51-F449-0D3D-AF140D54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Activity Flow</a:t>
            </a:r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F4CEBCAC-0E89-E7F4-CDCE-36D2A56A87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7419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64673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7D4E7-E124-7D11-E001-F04818F3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anchor="t">
            <a:normAutofit/>
          </a:bodyPr>
          <a:lstStyle/>
          <a:p>
            <a:r>
              <a:rPr lang="en-US" sz="4000"/>
              <a:t>Staffing Rules</a:t>
            </a:r>
          </a:p>
        </p:txBody>
      </p:sp>
      <p:pic>
        <p:nvPicPr>
          <p:cNvPr id="7" name="Graphic 6" descr="Professor">
            <a:extLst>
              <a:ext uri="{FF2B5EF4-FFF2-40B4-BE49-F238E27FC236}">
                <a16:creationId xmlns:a16="http://schemas.microsoft.com/office/drawing/2014/main" id="{6DF95E81-77BC-F51C-62F4-B653589C6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879ECAC-B35C-1EA2-1C06-3364567CFD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09650" y="1847849"/>
          <a:ext cx="9994900" cy="4254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8571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mputer script on a screen">
            <a:extLst>
              <a:ext uri="{FF2B5EF4-FFF2-40B4-BE49-F238E27FC236}">
                <a16:creationId xmlns:a16="http://schemas.microsoft.com/office/drawing/2014/main" id="{44E293B7-9C20-AA90-148C-838A0310AD1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832" r="9091" b="155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4CEF5C-0431-EA0D-7FF9-CA932462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b="1" dirty="0"/>
              <a:t>Spreadsheet Guide</a:t>
            </a:r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AF90D0D-CFFC-36AE-DC65-77A673DA3D9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7714164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DE403-1E04-5349-5EB5-523F2807D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88029"/>
            <a:ext cx="5181600" cy="3988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Color coding:</a:t>
            </a:r>
          </a:p>
          <a:p>
            <a:r>
              <a:rPr lang="en-US" dirty="0"/>
              <a:t>Green = Assigned, uncontested</a:t>
            </a:r>
          </a:p>
          <a:p>
            <a:r>
              <a:rPr lang="en-US" dirty="0"/>
              <a:t>Yellow = Multiple Tech Leads want this student</a:t>
            </a:r>
          </a:p>
          <a:p>
            <a:r>
              <a:rPr lang="en-US" dirty="0"/>
              <a:t>Red = Already assigned to another project</a:t>
            </a:r>
          </a:p>
          <a:p>
            <a:r>
              <a:rPr lang="en-US" dirty="0"/>
              <a:t>White = Unclaimed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5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5CFA-8438-FF3D-B9A7-881FE7B3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Happens Next</a:t>
            </a:r>
            <a:endParaRPr lang="en-US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089C762-B8E9-6135-9980-EA7E554DAD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4335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298</Words>
  <Application>Microsoft Macintosh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Spring 2026 Team Formation</vt:lpstr>
      <vt:lpstr>Objectives</vt:lpstr>
      <vt:lpstr>Activity Flow</vt:lpstr>
      <vt:lpstr>Staffing Rules</vt:lpstr>
      <vt:lpstr>Spreadsheet Guide</vt:lpstr>
      <vt:lpstr>What Happens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Shown</dc:creator>
  <cp:lastModifiedBy>Daniel Shown</cp:lastModifiedBy>
  <cp:revision>2</cp:revision>
  <dcterms:created xsi:type="dcterms:W3CDTF">2026-01-14T21:31:03Z</dcterms:created>
  <dcterms:modified xsi:type="dcterms:W3CDTF">2026-01-15T14:34:08Z</dcterms:modified>
</cp:coreProperties>
</file>